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01  /  AUG 25  /  U01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ARC 3133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VISUAL IDENTITY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HOW THE WORK WILL LOOK, BEFORE THERE IS ANY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GSM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WHAT THIS COURSE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Computational methods for architectural representation and digital fabrication.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YOU WILL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Set your own graphic standards.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Describe geometry with parameters.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Repeat it, and vary it.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Work with sampled and volumetric data.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Turn all of it into drawings and physical parts.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CARRIES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560320"/>
            <a:ext cx="4480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Visual quality stays central all semester — composition, hierarchy, line weight, colour, rendering, photography.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working graph supports those decisions. It does not replace them.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EACH PROJECT CARRIES ITS GEOMETRY INTO THE NEXT. YOU NEVER START FROM AN UNRELATED OBJECT.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PARADIGMS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one a strict extension of the one before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01   PROCEDURAL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0392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Form as a fixed sequence of operations. You define the steps.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expected.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3692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35204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25112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02   PARAMETRIC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3692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5112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81144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Relationships between inputs and form. You define the rules of variation.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81144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81144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a family — you know the range, not each member.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4444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55864" y="1783080"/>
            <a:ext cx="35204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055864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03   GENERATIVE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4444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55864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11896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rule applied to its own output, repeatedly. You define the rule and the starting state.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11896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1896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unknown, within a spectrum you set.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A procedure is a fixed recipe. A parametric system is a recipe with dials. A generative system reads its own output and decides what to do next.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FOUR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Ten short assignments, assembled into four. Nothing is graded twice.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105156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1051560" cy="9144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541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88820" y="1897380"/>
            <a:ext cx="964692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920240" y="1828800"/>
            <a:ext cx="964692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194560" y="1947672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Geometry — from operations to construction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33172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CSG massing sequence  →  Mesh from scratch  →  First 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82880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" y="2948940"/>
            <a:ext cx="105156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94360" y="2880360"/>
            <a:ext cx="1051560" cy="9144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32369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8820" y="2948940"/>
            <a:ext cx="964692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920240" y="2880360"/>
            <a:ext cx="964692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194560" y="2999232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Repetition and response — arrays to attractors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38328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Arrays and conditional control  →  Attractor field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288036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14%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4000500"/>
            <a:ext cx="105156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3931920"/>
            <a:ext cx="1051560" cy="9144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4360" y="428853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88820" y="4000500"/>
            <a:ext cx="964692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920240" y="3931920"/>
            <a:ext cx="964692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194560" y="4050791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Connected systems — tessellation and lattices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43484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Tessellation and lattice study  →  Modular print assembly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93192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14%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052059"/>
            <a:ext cx="105156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983479"/>
            <a:ext cx="1051560" cy="9144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4009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8820" y="5052059"/>
            <a:ext cx="964692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920240" y="4983479"/>
            <a:ext cx="964692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194560" y="5102351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Samples, fields and sections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5486399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Point-cloud analysis  →  Volume, section and light  →  Sectional fabrication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4983479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21%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40" y="61950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94360" y="6126480"/>
            <a:ext cx="10972800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14400" y="612648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You do the short assignment, then revise it inside its project. The project itself adds no second grade — the revision is what the booklet rewards.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HOW A CLASS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same four things, every week.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54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943100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7451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84248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REVIEW OF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313432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We open the files. Bring the editable file, not a screenshot of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2903220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283463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" y="314553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14499" y="2903220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645919" y="283463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20240" y="2944368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DEMONSTRATION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273551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A short tutorial or discussion of the week's unit.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3863339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379475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410565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499" y="3863339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645919" y="379475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20240" y="3904487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GUIDED PRACTICE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4233671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You build the small exercise while help is in the room.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" y="4823459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94360" y="475487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60" y="506577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14499" y="4823459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645919" y="475487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920240" y="4864607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WORKING CRITIQUE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193792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We look at what is on screen and say what it needs.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" y="587502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4360" y="5806440"/>
            <a:ext cx="1097280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4400" y="580644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YOU WILL BE ASKED TO CHANGE ONE PARAMETER AND PREDICT WHAT HAPPENS. FROM THE FIRST REVIEW.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WHY THIS COMES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Every sheet you make for the next fifteen weeks uses the system you build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 DRAWING IS READ BEFORE IT IS UNDERSTOOD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Hierarchy is what makes an architectural drawing legible — not detail, and not effort.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Line weight, spacing and restraint do more work than anything you will model this semester. A good system makes weak work readable. A bad one hides good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WHAT A SYSTEM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87168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Page size and margins.</a:t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column grid.</a:t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type hierarchy — three levels, no more.</a:t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line-weight set.</a:t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restrained palette.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DECIDE IT ONCE, APPLY IT EVERY WEEK, REVISE IT AT THE MIDTERM. IT IS NOT REMADE PER SHEET.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MANUALS WORTH STEALING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This document type has a history. Each one is a page grid, a type hierarchy, and a rule for every case that comes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1737360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>
                <a:solidFill>
                  <a:srgbClr val="6B6B6B"/>
                </a:solidFill>
                <a:latin typeface="Calibri"/>
              </a:rPr>
              <a:t>Add: a spread from the NYCTA manual - a signage case with its dimensioned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3680460"/>
            <a:ext cx="352044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3611880"/>
            <a:ext cx="3520440" cy="43891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73075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NYCTA GRAPHICS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8795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>
                <a:solidFill>
                  <a:srgbClr val="6B6B6B"/>
                </a:solidFill>
                <a:latin typeface="Calibri"/>
              </a:rPr>
              <a:t>Massimo Vignelli and Bob Noorda, Unimark - 1970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binder of cases. Every sign in the New York subway, drawn at size, with the rule beside it. The manual is the design - the signs are what falls out of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3692" y="1851660"/>
            <a:ext cx="352044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3520440" cy="1737360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99432" y="17830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>
                <a:solidFill>
                  <a:srgbClr val="6B6B6B"/>
                </a:solidFill>
                <a:latin typeface="Calibri"/>
              </a:rPr>
              <a:t>Add: a page from the NASA manual - the mark with its clearance and placement rules.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3692" y="3680460"/>
            <a:ext cx="352044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5112" y="3611880"/>
            <a:ext cx="3520440" cy="43891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5112" y="373075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NASA GRAPHICS 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0832" y="418795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>
                <a:solidFill>
                  <a:srgbClr val="6B6B6B"/>
                </a:solidFill>
                <a:latin typeface="Calibri"/>
              </a:rPr>
              <a:t>Richard Danne and Bruce Blackburn - 1975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452628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One mark, and a hundred pages of where it is allowed to go. What is being designed is the consistency, not the logotype.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4444" y="1851660"/>
            <a:ext cx="3520440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55864" y="1783080"/>
            <a:ext cx="3520440" cy="1737360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30184" y="17830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>
                <a:solidFill>
                  <a:srgbClr val="6B6B6B"/>
                </a:solidFill>
                <a:latin typeface="Calibri"/>
              </a:rPr>
              <a:t>Add: the Munich 1972 pictogram sheet, and the construction grid behind one figure.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4444" y="3680460"/>
            <a:ext cx="352044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55864" y="3611880"/>
            <a:ext cx="3520440" cy="43891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55864" y="373075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MUNICH 1972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1584" y="418795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>
                <a:solidFill>
                  <a:srgbClr val="6B6B6B"/>
                </a:solidFill>
                <a:latin typeface="Calibri"/>
              </a:rPr>
              <a:t>Otl Aicher - 1967 to 1972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452628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grid, a fixed set of angles, and one component varied across a whole field of pictograms. You will build a system with this exact structure in Week 4.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737860"/>
            <a:ext cx="10972800" cy="594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669280"/>
            <a:ext cx="10972800" cy="59436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66928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D9E1"/>
                </a:solidFill>
                <a:latin typeface="Arial"/>
              </a:rPr>
              <a:t>YOURS IS EIGHT PAGES, NOT THREE HUNDRED. THE PRINCIPLE IS IDENTICAL: DECIDE ONCE, WRITE IT DOWN, APPLY IT EVERY TIME.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6B6B6B"/>
                </a:solidFill>
                <a:latin typeface="Calibri"/>
              </a:rPr>
              <a:t>All three are online in full. Look at how much of each one is rules rather than pictures.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 VISUAL IDENTITY IS A PARAMETER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Six values, decided once. Every sheet this semester reads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SHEET   = (17, 11)                 # inches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MARGIN  = 0.75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COLUMNS =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TYPE    = {"title": 24, "heading": 14, "body": 9}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WEIGHTS = [0.13, 0.35, 0.70]       # thin, medium, heavy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PALETTE = ["#000000", "#FFFDF7", "#C6F035"]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# every sheet this semester reads these six values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514600"/>
            <a:ext cx="34747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composition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grid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hierarchy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typography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line weight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palette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 BINDER OF RULES AND THESE SIX VALUES ARE THE SAME DOCUMENT, AT DIFFERENT SCALES.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GSM — GRAPHIC STANDARDS MANUAL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8 — Oct 13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Build the graphic system you will communicate every later project with. It is the only assignment in the course that does not require a computational graph — it is judged purely on whether the system works and whether you used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DECIDE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Grid, margins, type, line weights, colour. Written down, not improvised.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 REAL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diagram and a rendered image, made with the rules you just set.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REVISE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ALL SEMESTER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Due at the midterm, revised again for the booklet.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GSM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Assessed on visual quality and hierarchy 40%, consistency and usability 30%, tested applications 20%, completeness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941831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534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At least eight pages defining the graphic system and showing tested applications.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9796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71215"/>
            <a:ext cx="777240" cy="941831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4154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9796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71215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62656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Specify page grid, margins, typography, color, line weights, annotation, captions and image treatment.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4027931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59351"/>
            <a:ext cx="777240" cy="941831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32968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4027931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59351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4050791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Use no more than three typefaces, four hierarchy levels, five colors and four line weights.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116067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047487"/>
            <a:ext cx="777240" cy="941831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541781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5116067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5047487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5138927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Apply the manual to every sheet; revise it in response to actual use and critique.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6259067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6190487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6190487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2 — Sep 1 — Bring a sample sheet for an ungraded identity check.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YOUR FIRST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session: set the page up and put something on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Page size set to 17 × 11 inches, with margins and a column 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Type hierarchy chosen — three levels, and a reason for each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line-weight set, from hairline to heaviest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palette you can defend, and that survives being printed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sample sheet, with one decision about hierarchy you can explain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LEAVE WITH A SHEET. IT DOES NOT HAVE TO BE RIGHT YET.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WATCH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U02 — Transformations and CSG. The node editor, parameters, and the three Boolean operations. Check the unit page; watch a recording only once a link is posted.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INSTALL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Blender, and set up a project folder you can open from a clean machine. File organization is part of the workflow, not an afterthought.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sample sheet and the file it came from.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LOOK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Three architectural drawings you think are well made. Be ready to say what makes each one readable.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