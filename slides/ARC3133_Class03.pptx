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03  /  SEP 8  /  U02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CSG CONTINUED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+ 3D PRINTING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GEOMETRY THAT SURVIVES CONTACT WITH A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P2b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CSG,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Finish the graph before it goes anywhere near a printer.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35204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5204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EXPOSE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Pick the two or three numbers that change the design.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Expose them. Name them.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Change one, predict the result, then look.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943100"/>
            <a:ext cx="35204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874519"/>
            <a:ext cx="35204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874519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CHECK IT IS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603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Every difference and intersection must leave a closed solid.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Look for open edges, stray faces, parts that only touch at an edge.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Fix it in the graph, not on the mesh.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943100"/>
            <a:ext cx="35204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5204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874519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FINISH THE P2a DIAGRAM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56032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One frame per operation, same view, one verb each.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Mark the kept and the removed solid.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000000"/>
                </a:solidFill>
                <a:latin typeface="Calibri"/>
              </a:rPr>
              <a:t>Draw the last frame at building scale.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ONE GRAPH, TWO ASSIGNMENTS: P2a DRAWS IT, P2b PRINTS IT. KEEP THE HISTORY INTACT.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WHAT THE MACHINE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One thing, repeatedly. Everything else follows from this.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4480560" cy="3840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4480560" cy="3840480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14400" y="4892040"/>
            <a:ext cx="3566160" cy="20116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691640" y="470915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91640" y="452627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91640" y="4343400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691640" y="4160520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691640" y="397763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91640" y="379475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691640" y="361187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91640" y="3428999"/>
            <a:ext cx="20116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377440" y="2606039"/>
            <a:ext cx="640080" cy="502920"/>
          </a:xfrm>
          <a:prstGeom prst="rect">
            <a:avLst/>
          </a:prstGeom>
          <a:solidFill>
            <a:srgbClr val="B4B4A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sosceles Triangle 16"/>
          <p:cNvSpPr/>
          <p:nvPr/>
        </p:nvSpPr>
        <p:spPr>
          <a:xfrm rot="10800000">
            <a:off x="2514600" y="3099815"/>
            <a:ext cx="365760" cy="274320"/>
          </a:xfrm>
          <a:prstGeom prst="triangle">
            <a:avLst/>
          </a:prstGeom>
          <a:solidFill>
            <a:srgbClr val="FF4D8D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00400" y="26791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nozzle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9776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5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bed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17820" y="1851660"/>
            <a:ext cx="73152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49240" y="1783080"/>
            <a:ext cx="731520" cy="105156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49240" y="22082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3660" y="1851660"/>
            <a:ext cx="521208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355080" y="1783080"/>
            <a:ext cx="5212080" cy="1051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83680" y="1911095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IT BUILDS UPWARD, NEVER SIDEWAYS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24028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Material can only go on material that is already there.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17820" y="3086100"/>
            <a:ext cx="73152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349240" y="3017520"/>
            <a:ext cx="731520" cy="105156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349240" y="3442715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23660" y="3086100"/>
            <a:ext cx="521208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355080" y="3017520"/>
            <a:ext cx="5212080" cy="1051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83680" y="314553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LAYERS ARE THE WEAK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4747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print snaps between layers long before it snaps across one.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17820" y="4320540"/>
            <a:ext cx="73152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49240" y="4251960"/>
            <a:ext cx="731520" cy="105156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349240" y="46771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23660" y="4320540"/>
            <a:ext cx="5212080" cy="1051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55080" y="4251960"/>
            <a:ext cx="5212080" cy="1051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83680" y="43799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EVERY DECISION IS A TIME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70916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Finer layers, more material, more supports: all of it is hours on a shared machine.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" y="592074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94360" y="5852160"/>
            <a:ext cx="1097280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85216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E500"/>
                </a:solidFill>
                <a:latin typeface="Arial"/>
              </a:rPr>
              <a:t>A NOZZLE DRAWS ONE FLAT LAYER. THE BED DROPS. IT DRAWS THE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MANIFOLD OR IT DOES NOT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model can look perfect on screen and mean nothing to a slicer.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3520440" cy="2743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520440" cy="2743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WATERTIGHT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No gaps. Every edge is shared by exactly two faces. If water could leak out, it is not a solid.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943100"/>
            <a:ext cx="3520440" cy="2743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874519"/>
            <a:ext cx="3520440" cy="2743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874519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 SELF-INTERSECTION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A shape that passes through itself has no clear inside. The slicer cannot decide what to fill.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943100"/>
            <a:ext cx="3520440" cy="2743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520440" cy="2743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874519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NORMALS OUTWARD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6060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Every face has a front and a back. A flipped face tells the slicer that outside is inside.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505206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498348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98348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CHECK BEFORE YOU SLICE. A BOOLEAN THAT LEFT AN OPEN EDGE IS THE MOST COMMON CAUSE OF A FAILED FILE.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B4B4AC"/>
                </a:solidFill>
                <a:latin typeface="Calibri"/>
              </a:rPr>
              <a:t>This is the closure check from the CSG slide, seen from the machine's 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OVERHANGS AND THE LETTER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layer needs something under it. How much is the whole question.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3127248"/>
            <a:ext cx="1828800" cy="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926079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68680" y="2743200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2560320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68680" y="2377439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68680" y="2194560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68680" y="2011679"/>
            <a:ext cx="411480" cy="182880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697479" y="1965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VERTICAL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331720"/>
            <a:ext cx="1280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Every layer sits fully on the one below.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3692" y="1851660"/>
            <a:ext cx="3520440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5112" y="1783080"/>
            <a:ext cx="3520440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07992" y="3127248"/>
            <a:ext cx="1828800" cy="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99432" y="2926079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782312" y="2743200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965192" y="2560320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148072" y="2377439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30952" y="2194560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513832" y="2011679"/>
            <a:ext cx="411480" cy="182880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28232" y="1965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45°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2331720"/>
            <a:ext cx="1280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Each layer steps out as far as it is tall. About the limit.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4444" y="1851660"/>
            <a:ext cx="3520440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055864" y="1783080"/>
            <a:ext cx="3520440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238744" y="3127248"/>
            <a:ext cx="1828800" cy="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30184" y="2926079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586216" y="2743200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842248" y="2560320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98280" y="2377439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354312" y="2194560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610344" y="2011679"/>
            <a:ext cx="411480" cy="182880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158984" y="1965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STEEP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58984" y="2331720"/>
            <a:ext cx="1280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Most of the layer hangs in air. It droops or fails.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94360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BRIDGE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4480" y="4087368"/>
            <a:ext cx="1442466" cy="32918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554480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PRINTS FINE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The crossbar spans two legs that already exist. Anchored at both ends.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58718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390138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573018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50258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SLOPE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50258" y="4087368"/>
            <a:ext cx="1442466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350258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FINE TO 45°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3018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Each layer steps out a little. Past about 45° it starts to droop.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54496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85916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68796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46036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CANTILEVER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46036" y="4087368"/>
            <a:ext cx="1442466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46036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DROOPS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68796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The arms start in mid-air, anchored at one end only.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0274" y="3680460"/>
            <a:ext cx="2585466" cy="187451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8981694" y="3611880"/>
            <a:ext cx="2585466" cy="187451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164574" y="3639312"/>
            <a:ext cx="822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1814" y="3767328"/>
            <a:ext cx="1488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FORK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41814" y="4087368"/>
            <a:ext cx="1442466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941814" y="4151376"/>
            <a:ext cx="1442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CHECK THE ANGLE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64574" y="4572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Two slopes grow from one stem. Steep arms print; flat arms droop.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2940" y="575614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594360" y="5687568"/>
            <a:ext cx="10972800" cy="512064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77240" y="5687568"/>
            <a:ext cx="10607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E500"/>
                </a:solidFill>
                <a:latin typeface="Arial"/>
              </a:rPr>
              <a:t>THE 45° RULE: PAST ABOUT 45° FROM VERTICAL, A SURFACE NEEDS SUPPORT — OR A DIFFERENT ORIENTATION.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" y="63733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An island, a part that starts with nothing under it, cannot print without support. Find all four conditions in your own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ORIENTATION IS YOUR ONLY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geometry. Two ways to place it. Very different prints.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520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520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AS MODELLED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2377440" cy="251460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05839" y="4709160"/>
            <a:ext cx="2103120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17319" y="3593592"/>
            <a:ext cx="896112" cy="1115568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90472" y="40233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alibri"/>
              </a:rPr>
              <a:t>support</a:t>
            </a:r>
          </a:p>
        </p:txBody>
      </p:sp>
      <p:sp>
        <p:nvSpPr>
          <p:cNvPr id="13" name="Freeform 12"/>
          <p:cNvSpPr/>
          <p:nvPr/>
        </p:nvSpPr>
        <p:spPr>
          <a:xfrm>
            <a:off x="1051560" y="3246120"/>
            <a:ext cx="1280160" cy="1463040"/>
          </a:xfrm>
          <a:custGeom>
            <a:avLst/>
            <a:gdLst/>
            <a:ahLst/>
            <a:cxnLst/>
            <a:rect l="l" t="t" r="r" b="b"/>
            <a:pathLst>
              <a:path w="1280160" h="1463040">
                <a:moveTo>
                  <a:pt x="0" y="1463040"/>
                </a:moveTo>
                <a:lnTo>
                  <a:pt x="347471" y="1463040"/>
                </a:lnTo>
                <a:lnTo>
                  <a:pt x="347471" y="347472"/>
                </a:lnTo>
                <a:lnTo>
                  <a:pt x="1280160" y="347472"/>
                </a:lnTo>
                <a:lnTo>
                  <a:pt x="1280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560320"/>
            <a:ext cx="2286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arm overhangs. It needs support, which costs material and time, and scars the surface where it is removed.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6500" y="1851660"/>
            <a:ext cx="5349240" cy="3520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5349240" cy="3520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ROTATED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14600"/>
            <a:ext cx="2377440" cy="251460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629400" y="4709160"/>
            <a:ext cx="2103120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Freeform 20"/>
          <p:cNvSpPr/>
          <p:nvPr/>
        </p:nvSpPr>
        <p:spPr>
          <a:xfrm>
            <a:off x="6675120" y="3246120"/>
            <a:ext cx="1280160" cy="1463040"/>
          </a:xfrm>
          <a:custGeom>
            <a:avLst/>
            <a:gdLst/>
            <a:ahLst/>
            <a:cxnLst/>
            <a:rect l="l" t="t" r="r" b="b"/>
            <a:pathLst>
              <a:path w="1280160" h="1463040">
                <a:moveTo>
                  <a:pt x="0" y="1463040"/>
                </a:moveTo>
                <a:lnTo>
                  <a:pt x="1280160" y="1463040"/>
                </a:lnTo>
                <a:lnTo>
                  <a:pt x="1280160" y="0"/>
                </a:lnTo>
                <a:lnTo>
                  <a:pt x="932688" y="0"/>
                </a:lnTo>
                <a:lnTo>
                  <a:pt x="932688" y="1115568"/>
                </a:lnTo>
                <a:lnTo>
                  <a:pt x="0" y="1115568"/>
                </a:lnTo>
                <a:close/>
              </a:path>
            </a:pathLst>
          </a:cu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560320"/>
            <a:ext cx="2286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arm now lies on the bed. No support, faster, a cleaner face, and stronger: the load no longer runs across a layer line.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64642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57784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NO SUPPORTS ARE ALLOWED ON P2b. IF NO ORIENTATION WORKS, CHANGE THE GEOMETRY AND EXPLAIN THE CHANGE ON THE PROCESS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WHAT THE SLICER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It turns a solid into a list of moves. You will do the same by hand in Week 12, Discretizing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585466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01   CUT INTO LAYERS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stack of horizontal planes cuts the solid.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8718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783080"/>
            <a:ext cx="2585466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0138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02   OUTLINE EACH LAYER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8718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90138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73018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Each cut becomes a closed perimeter.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85916" y="1783080"/>
            <a:ext cx="2585466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85916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03   FILL THE INSIDE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85916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68796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An infill pattern, usually sparse.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0274" y="18516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81694" y="1783080"/>
            <a:ext cx="2585466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81694" y="18882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04   ORDER THE MOVES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0274" y="2354580"/>
            <a:ext cx="2585466" cy="868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81694" y="2286000"/>
            <a:ext cx="2585466" cy="868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64574" y="2286000"/>
            <a:ext cx="221970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Perimeters, infill, travel, written as G-code.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45643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E500"/>
                </a:solidFill>
                <a:latin typeface="Arial"/>
              </a:rPr>
              <a:t>FOUR SETTINGS — LEAVE EVERYTHING ELSE AT DEFAULT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LAYER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0.2–0.3 mm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Finer looks better and takes longer. Draft is fine here.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58718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390138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73018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INFILL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3018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10–40%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3018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A lattice inside a shell. Solid is almost never needed.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4496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185916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68796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WALLS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8796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2–3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8796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Perimeters, not infill, make a print feel solid.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0274" y="3954780"/>
            <a:ext cx="2585466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981694" y="3886200"/>
            <a:ext cx="2585466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164574" y="4005072"/>
            <a:ext cx="22197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6B6B"/>
                </a:solidFill>
                <a:latin typeface="Arial"/>
              </a:rPr>
              <a:t>SUPPORTS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4574" y="4279392"/>
            <a:ext cx="2219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4574" y="480060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Not allowed on P2b. Solve it with orientation.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" y="582930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94360" y="5760720"/>
            <a:ext cx="1097280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LIVE NOW — WE SLICE ONE OBJECT TOGETHER AND READ THE PREVIEW: LAYER COUNT, PRINT TIME, MATERIAL.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PRINT IT OR CUT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Printing is not the default. It is the expensive option.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CUT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Prismatic: one profile, extruded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Flat, or made of flat pieces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Repeated many times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Larger than your hand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315968"/>
            <a:ext cx="47091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6227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Calibri"/>
              </a:rPr>
              <a:t>Minutes per sheet. Many parts at 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6500" y="1851660"/>
            <a:ext cx="5349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5349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PRINT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514600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Doubly curved: a vault, a shell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Undercuts a blade cannot reach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Detail in all three axes at once</a:t>
            </a:r>
          </a:p>
          <a:p>
            <a:pPr algn="l">
              <a:lnSpc>
                <a:spcPct val="145000"/>
              </a:lnSpc>
            </a:pPr>
            <a:r>
              <a:rPr sz="1450">
                <a:solidFill>
                  <a:srgbClr val="000000"/>
                </a:solidFill>
                <a:latin typeface="Calibri"/>
              </a:rPr>
              <a:t>—  Small and intricate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315968"/>
            <a:ext cx="47091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46227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Calibri"/>
              </a:rPr>
              <a:t>Hours per object. One at a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417820"/>
            <a:ext cx="1097280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349240"/>
            <a:ext cx="10972800" cy="7315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THE TEST: CAN IT BE DESCRIBED AS A STACK OF FLAT PROFILES, OR ONE PROFILE EXTRUDED? THEN CUT IT. A SIMPLE BOX, PRINTED, IS A BOX YOU WAITED HOURS FOR.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2636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6B6B6B"/>
                </a:solidFill>
                <a:latin typeface="Calibri"/>
              </a:rPr>
              <a:t>P2b is printed on purpose. The laser cutter comes back in Project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SIX WAYS IT GOES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Learn to name the failure. Naming it is most of the diagnosis.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WARPING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Corners lift; the base curves.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Clean bed, a brim, no drafts.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07992" y="178308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ELEPHANT'S FOOT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4028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The bottom layers bulge out.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Slicer setting, or chamfer the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38744" y="178308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STRINGING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24028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Fine hairs between parts.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Retraction on. Fewer travel moves.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3150108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3081528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3081528"/>
            <a:ext cx="3520440" cy="3840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08152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LAYER SEPARATION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3872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It splits along a layer line.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Reorient so the load runs along layers.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3692" y="3150108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25112" y="3081528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325112" y="3081528"/>
            <a:ext cx="3520440" cy="38404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07992" y="308152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DROOP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353872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An overhang sags into the air.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Reorient. If that fails, change the geometry.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4444" y="3150108"/>
            <a:ext cx="352044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055864" y="3081528"/>
            <a:ext cx="352044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055864" y="3081528"/>
            <a:ext cx="3520440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38744" y="308152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SPAGHETTI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353872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 nest of filament in mid-air.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0000"/>
                </a:solidFill>
                <a:latin typeface="Calibri"/>
              </a:rPr>
              <a:t>FIX  </a:t>
            </a:r>
            <a:r>
              <a:rPr sz="1200">
                <a:solidFill>
                  <a:srgbClr val="000000"/>
                </a:solidFill>
                <a:latin typeface="Calibri"/>
              </a:rPr>
              <a:t>Adhesion. Watch the first layer.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4594860"/>
            <a:ext cx="10972800" cy="1645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4526280"/>
            <a:ext cx="10972800" cy="164592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463600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E500"/>
                </a:solidFill>
                <a:latin typeface="Arial"/>
              </a:rPr>
              <a:t>FABLAB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02920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Finish the FabLab safety orientation first. No orientation, no machine.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2920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Never touch the hot end. The nozzle runs at about 200–250 °C and the bed is hot.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532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Never restart someone else's print. If a job looks wrong, tell staff.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3212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FFFDF7"/>
                </a:solidFill>
                <a:latin typeface="Calibri"/>
              </a:rPr>
              <a:t>The queue is first come. A print that starts at the deadline does not finish.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Booking, file naming, pick-up and material allocation: follow the procedure posted by FabLab staff.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P2b — CSG 3D PRINTED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Print a variant of the CSG object you are diagramming for P2a. Small, unsupported and documented: the orientation, the slicer settings and a photograph go on one process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60 mm, 200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Within 60 mm on each axis, inside the 200 g allocation.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SUPPORTS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Orientation is the lever. Change geometry only if you must, and say why.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Orientation and a photograph. Handed in with the print in Week 10.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P2b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777240" cy="960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14499" y="1851660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645919" y="1783080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920240" y="1874519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Print a variant of your CSG object from P2a, within 60 mm on each axis and the 200 g allocation, without supports.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58084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89504"/>
            <a:ext cx="777240" cy="960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2689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4499" y="2958084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645919" y="2889504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920240" y="2980944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Hand in the print in Week 10 with one process sheet showing orientation and a photograph.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4064508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95928"/>
            <a:ext cx="777240" cy="960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3754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14499" y="4064508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645919" y="3995928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20240" y="4087368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editable source, exported mesh and slicer project. Explain any geometry changes made for printability.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225796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157216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5157216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6 — Sep 29 — Check geometry, units, orientation and the sliced preview before queueing.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Visual documentation 20% · computational understanding 20% · technical execution 15% · fabrication quality 30% · experimentation 5% · requirements and identity 10%.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PREPARE YOUR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take your CSG object from graph to sliced file, with help in the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Solid checked — closed, no self-intersection, normals outward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Scaled to fit within 60 mm on each axis, units confirmed in the slicer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Oriented — no overhang past about 45°, supports off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Sliced — layer count, print time and material written 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Orientation, settings and any geometry change noted for the P2b 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SLICED FILE AND ITS NUMBERS WRITTEN 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4 — Sep 15. Descriptive Geometry: point, line, edge, face, solid, Boolean. P3a is issued.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P2a, the CSG process sheet, is due next class, WEEK 4 — Sep 15.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print checkpoint WEEK 6 — Sep 29: Check geometry, units, orientation and the sliced preview before queueing. P2b is due at the mid-semester deadline, WEEK 10 — Oct 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FABLAB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Complete the FabLab safety orientation before the checkpoint. No orientation, no machine access.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