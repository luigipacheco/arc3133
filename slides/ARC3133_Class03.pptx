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03  /  SEP 8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GEOMETRY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FROM SCRATCH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P1 CONTINUES — WHAT A SOLID IS MADE OF, UNDERNEATH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NOTHING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P1b + P1c ISSUED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POINT → LINE → EDGE → FACE → SOLID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Five steps, and each one is a list of the thing before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88820"/>
            <a:ext cx="2048255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920240"/>
            <a:ext cx="2048255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48256"/>
            <a:ext cx="204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537460"/>
            <a:ext cx="2048255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468880"/>
            <a:ext cx="2048255" cy="17373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>
                <a:solidFill>
                  <a:srgbClr val="000000"/>
                </a:solidFill>
                <a:latin typeface="Calibri"/>
              </a:rPr>
              <a:t>three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9184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[x, y, z]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94076" y="1988820"/>
            <a:ext cx="2048255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2825496" y="1920240"/>
            <a:ext cx="2048255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25496" y="2048256"/>
            <a:ext cx="204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94076" y="2537460"/>
            <a:ext cx="2048255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825496" y="2468880"/>
            <a:ext cx="2048255" cy="17373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008376" y="269748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>
                <a:solidFill>
                  <a:srgbClr val="000000"/>
                </a:solidFill>
                <a:latin typeface="Calibri"/>
              </a:rPr>
              <a:t>two positions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08376" y="329184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[p1, p2]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5212" y="1988820"/>
            <a:ext cx="2048255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056631" y="1920240"/>
            <a:ext cx="2048255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056631" y="2048256"/>
            <a:ext cx="204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EDGE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5212" y="2537460"/>
            <a:ext cx="2048255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056631" y="2468880"/>
            <a:ext cx="2048255" cy="17373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239512" y="269748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>
                <a:solidFill>
                  <a:srgbClr val="000000"/>
                </a:solidFill>
                <a:latin typeface="Calibri"/>
              </a:rPr>
              <a:t>two vertices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9512" y="329184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[v1, v2]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56347" y="1988820"/>
            <a:ext cx="2048255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7287767" y="1920240"/>
            <a:ext cx="2048255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287767" y="2048256"/>
            <a:ext cx="204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FACE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56347" y="2537460"/>
            <a:ext cx="2048255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287767" y="2468880"/>
            <a:ext cx="2048255" cy="17373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470647" y="269748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>
                <a:solidFill>
                  <a:srgbClr val="000000"/>
                </a:solidFill>
                <a:latin typeface="Calibri"/>
              </a:rPr>
              <a:t>ordered corners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0647" y="329184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[v1, v2, v3]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87483" y="1988820"/>
            <a:ext cx="2048255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9518903" y="1920240"/>
            <a:ext cx="2048255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518903" y="2048256"/>
            <a:ext cx="204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MESH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87483" y="2537460"/>
            <a:ext cx="2048255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9518903" y="2468880"/>
            <a:ext cx="2048255" cy="17373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701783" y="269748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>
                <a:solidFill>
                  <a:srgbClr val="000000"/>
                </a:solidFill>
                <a:latin typeface="Calibri"/>
              </a:rPr>
              <a:t>many faces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01783" y="329184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[f1, f2, f3…]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940" y="459486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94360" y="4526280"/>
            <a:ext cx="10972800" cy="62179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77240" y="452628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A POSITION IS NOT A DISPLACEMENT. THE SAME THREE NUMBERS MEAN DIFFERENT THINGS DEPENDING ON WHICH ONE YOU MEANT.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B4B4AC"/>
                </a:solidFill>
                <a:latin typeface="Calibri"/>
              </a:rPr>
              <a:t>Nothing here is new geometry. It is the same collection, read at a different level: a face is a list of vertices, a mesh is a list of faces, and next week an array will be a list of copies.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A FACE IS AN ORDERED LIST OF CORNERS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Same three vertices, two different faces. The order is the difference.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WINDING ORDER</a:t>
            </a:r>
          </a:p>
        </p:txBody>
      </p:sp>
      <p:sp>
        <p:nvSpPr>
          <p:cNvPr id="9" name="Oval 8"/>
          <p:cNvSpPr/>
          <p:nvPr/>
        </p:nvSpPr>
        <p:spPr>
          <a:xfrm>
            <a:off x="1801367" y="257860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554479" y="22677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000000"/>
                </a:solidFill>
                <a:latin typeface="Courier New"/>
              </a:rPr>
              <a:t>v0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7" y="372160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79" y="34107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000000"/>
                </a:solidFill>
                <a:latin typeface="Courier New"/>
              </a:rPr>
              <a:t>v1</a:t>
            </a:r>
          </a:p>
        </p:txBody>
      </p:sp>
      <p:sp>
        <p:nvSpPr>
          <p:cNvPr id="13" name="Oval 12"/>
          <p:cNvSpPr/>
          <p:nvPr/>
        </p:nvSpPr>
        <p:spPr>
          <a:xfrm>
            <a:off x="2487168" y="372160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240279" y="34107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000000"/>
                </a:solidFill>
                <a:latin typeface="Courier New"/>
              </a:rPr>
              <a:t>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514600"/>
            <a:ext cx="2560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000000"/>
                </a:solidFill>
                <a:latin typeface="Courier New"/>
              </a:rPr>
              <a:t>f = [v0, v1, v2]</a:t>
            </a:r>
          </a:p>
          <a:p>
            <a:pPr algn="l">
              <a:lnSpc>
                <a:spcPct val="140000"/>
              </a:lnSpc>
            </a:pPr>
            <a:r>
              <a:rPr sz="1100">
                <a:solidFill>
                  <a:srgbClr val="000000"/>
                </a:solidFill>
                <a:latin typeface="Courier New"/>
              </a:rPr>
              <a:t>  normal → toward you</a:t>
            </a:r>
          </a:p>
          <a:p>
            <a:pPr algn="l">
              <a:lnSpc>
                <a:spcPct val="14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40000"/>
              </a:lnSpc>
            </a:pPr>
            <a:r>
              <a:rPr sz="1200" b="1">
                <a:solidFill>
                  <a:srgbClr val="000000"/>
                </a:solidFill>
                <a:latin typeface="Courier New"/>
              </a:rPr>
              <a:t>f = [v0, v2, v1]</a:t>
            </a:r>
          </a:p>
          <a:p>
            <a:pPr algn="l">
              <a:lnSpc>
                <a:spcPct val="140000"/>
              </a:lnSpc>
            </a:pPr>
            <a:r>
              <a:rPr sz="1100">
                <a:solidFill>
                  <a:srgbClr val="000000"/>
                </a:solidFill>
                <a:latin typeface="Courier New"/>
              </a:rPr>
              <a:t>  normal → away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WHY IT MATTERS 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487168"/>
            <a:ext cx="46177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flipped face tells a renderer the inside is the outside.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It tells a slicer there is nothing to fill.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Most failed prints this semester will start here, not at the printer.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CLOSED MEANS EVERY EDGE IS SHARED BY EXACTLY TWO FACES. CHECK IT BEFORE YOU BELIEVE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Five vertices, eight edges, five faces. Built by hand, driven by three numbers.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YOU ASSEMBLE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982980" y="2674620"/>
            <a:ext cx="685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914400" y="2606040"/>
            <a:ext cx="68580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0604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VERTICES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880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alibri"/>
              </a:rPr>
              <a:t>four base corners and an apex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2980" y="3387852"/>
            <a:ext cx="685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914400" y="3319272"/>
            <a:ext cx="68580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5021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1927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EDGES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593591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alibri"/>
              </a:rPr>
              <a:t>four around the base, four to the apex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2980" y="4101084"/>
            <a:ext cx="685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914400" y="4032504"/>
            <a:ext cx="68580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42153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03250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FACES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30682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alibri"/>
              </a:rPr>
              <a:t>four triangular sides and the base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06540" y="1943100"/>
            <a:ext cx="502920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537960" y="1874519"/>
            <a:ext cx="502920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EXPOSED INPUTS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2606040"/>
            <a:ext cx="4480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000000"/>
                </a:solidFill>
                <a:latin typeface="Courier New"/>
              </a:rPr>
              <a:t>Width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000000"/>
                </a:solidFill>
                <a:latin typeface="Courier New"/>
              </a:rPr>
              <a:t>Depth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000000"/>
                </a:solidFill>
                <a:latin typeface="Courier New"/>
              </a:rPr>
              <a:t>Height</a:t>
            </a:r>
          </a:p>
          <a:p>
            <a:pPr algn="l">
              <a:lnSpc>
                <a:spcPct val="14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Three numbers, and the whole solid rebuilds. That is the entire point of the exercise.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8066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DO NOT FORGET THE BASE FACE. A PYRAMID WITH FOUR SIDES AND NO BOTTOM IS NOT A SOLID.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AND THEN IT GOES BACK INTO LAST WEEK'S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The pyramid is not an exercise. It is the cutter for the study you already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585466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585466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11095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01   BUILD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400300"/>
            <a:ext cx="2585466" cy="2011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331720"/>
            <a:ext cx="2585466" cy="2011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2331720"/>
            <a:ext cx="2128266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Five vertices, five faces, closed, with Width / Depth / Height exposed.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8718" y="1851660"/>
            <a:ext cx="2585466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90138" y="1783080"/>
            <a:ext cx="2585466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90138" y="1911095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02   SUBTRACT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8718" y="2400300"/>
            <a:ext cx="2585466" cy="2011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390138" y="2331720"/>
            <a:ext cx="2585466" cy="2011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18738" y="2331720"/>
            <a:ext cx="2128266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Cube minus pyramid. The same Boolean from Week 2, with your own solid.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4496" y="1851660"/>
            <a:ext cx="2585466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85916" y="1783080"/>
            <a:ext cx="2585466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85916" y="1911095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03   DRIVE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54496" y="2400300"/>
            <a:ext cx="2585466" cy="2011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185916" y="2331720"/>
            <a:ext cx="2585466" cy="2011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14516" y="2331720"/>
            <a:ext cx="2128266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Change the three inputs and show at least three settings of the result.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0274" y="1851660"/>
            <a:ext cx="2585466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981694" y="1783080"/>
            <a:ext cx="2585466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81694" y="1911095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04   EXPLAIN 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0274" y="2400300"/>
            <a:ext cx="2585466" cy="2011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981694" y="2331720"/>
            <a:ext cx="2585466" cy="2011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210294" y="2331720"/>
            <a:ext cx="2128266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Face order, normals, closure — why it cuts cleanly instead of failing.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68630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617720"/>
            <a:ext cx="10972800" cy="621792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461772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D9E1"/>
                </a:solidFill>
                <a:latin typeface="Arial"/>
              </a:rPr>
              <a:t>THIS IS WHY P1 IS ONE PROJECT AND NOT THREE ASSIGNMENTS.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4406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6B6B6B"/>
                </a:solidFill>
                <a:latin typeface="Calibri"/>
              </a:rPr>
              <a:t>Every project in this course does the same thing — the geometry you make in one milestone becomes the input to the next. You will never start from an unrelated object.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SAME THING, WRITTEN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A mesh is two lists. That is the entire idea, and it fits on one slide.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685800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685800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6968" y="20116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verts = [[-w, -d, 0],              #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286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[ w, -d, 0],              #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60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[ w,  d, 0],              #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34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[-w,  d, 0],              #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1089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[ 0,  0, h]]              # 4  apex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3832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6575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faces = [[0, 1, 4], [1, 2, 4],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93191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[2, 3, 4], [3, 0, 4],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062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[0, 3, 2, 1]]             # the base — do not forget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44805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7548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pyramid = mesh(verts, faces)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50291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result  = difference(cube, pyramid)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03819" y="1897380"/>
            <a:ext cx="393192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5240" y="1828800"/>
            <a:ext cx="393192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635240" y="1828800"/>
            <a:ext cx="39319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863840" y="182880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WHAT IT MAPS ONTO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2514600"/>
            <a:ext cx="1691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point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vector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parameter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vertex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2514600"/>
            <a:ext cx="1691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edge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face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mesh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solid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normal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940" y="59664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94360" y="5897880"/>
            <a:ext cx="1097280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8978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verts IS A LIST OF POSITIONS. faces IS A LIST OF INDICES INTO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P1b — PANEL FROM SCRATCH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5 — Sep 22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Find a panel in a building you like, keep it simple, and build it out of two lists - points and faces. It is the component you will array in P2 and the object you will print, so choose something that tiles.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2585466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FIND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2585466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2585466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207340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A PANEL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207340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One precedent, simple. It has to sit beside itself and close.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58718" y="36804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390138" y="3611880"/>
            <a:ext cx="2585466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390138" y="37170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DECIDE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58718" y="4183380"/>
            <a:ext cx="2585466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390138" y="4114800"/>
            <a:ext cx="2585466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46170" y="4279392"/>
            <a:ext cx="207340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WHAT MOVES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6170" y="4663440"/>
            <a:ext cx="207340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The parameters, first. One has to change its shape, not its box.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4496" y="36804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185916" y="3611880"/>
            <a:ext cx="2585466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185916" y="37170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BUILD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54496" y="4183380"/>
            <a:ext cx="2585466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185916" y="4114800"/>
            <a:ext cx="2585466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41948" y="4279392"/>
            <a:ext cx="207340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FROM TWO LISTS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1948" y="4663440"/>
            <a:ext cx="207340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Every point an expression of those numbers. Never a typed coordinate.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50274" y="36804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8981694" y="3611880"/>
            <a:ext cx="2585466" cy="4114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981694" y="37170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SHOW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50274" y="4183380"/>
            <a:ext cx="2585466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8981694" y="4114800"/>
            <a:ext cx="2585466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37726" y="4279392"/>
            <a:ext cx="207340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THE 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7726" y="4663440"/>
            <a:ext cx="207340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Low, middle, high - still closing, still tiling. P2b drives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P1b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Visual quality 35% · computational understanding 25% · technical execution 20% · experimentation 10%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579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7205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Find one panel in a built precedent and keep it simple. Choose it by one test: could you set it beside three copies of itself, edge to edge, and have the grid close? Name the building, the architect and your source on the sheet.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577084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508504"/>
            <a:ext cx="777240" cy="579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697479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577084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508504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599944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Decide the parameters before you model anything, and say in one line what each does. At least one must change the panel's shape — an aperture, a fold depth, a corner offset — not its bounding box.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302508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233928"/>
            <a:ext cx="777240" cy="5791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42290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302508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233928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325368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Rebuild it from scratch: an explicit point list and an explicit face list, every point an expression of those parameters rather than a typed coordinate. Nothing collapsed, and it closes.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027932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3959352"/>
            <a:ext cx="777240" cy="5791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14832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027932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3959352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050791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State each parameter's working range — where the panel still closes and still tiles — and show it at the low, middle and high end of the one an attractor will drive in P2b.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753356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684776"/>
            <a:ext cx="777240" cy="579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48737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4753356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4684776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4776215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One 17 × 11 inch sheet, and one image on it: the panel rendered on a ground plane, one material, studio light, no context and no entourage. The object, its structure and nothing else.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5478780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410199"/>
            <a:ext cx="777240" cy="579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59917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14499" y="5478780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645919" y="5410199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920240" y="5501639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Print the point list, the face list and the parameter table beside the render, and annotate the vertex order of one face. Explain normals, closure, and what breaks when a face is wound backwards.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ALSO ISSUED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P1c — FIRST 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8 — Oct 13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The same geometry, made real. A printable variant of the project you have been building for two weeks — presented as a physical object at the midterm.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LIMIT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60 MM, 200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Each axis within 60 mm. The allocation includes failures.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RULE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NO SUPPORTS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Orientation is your only lever. Change the geometry if you must.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DUE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AT THE MIDTERM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The queue has latency the two-week cycle does not.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P1c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Fabrication milestone — visual documentation 20% · computational understanding 20% · technical execution 15% · fabrication quality 30% · experimentation 5% · requirements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960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6255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960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Develop a printable variant of the geometry project, within 60 mm on each axis and the 200 g allocation, with no supports.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958084"/>
            <a:ext cx="777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889504"/>
            <a:ext cx="777240" cy="960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26898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958084"/>
            <a:ext cx="9921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889504"/>
            <a:ext cx="9921240" cy="960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980944"/>
            <a:ext cx="9372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Present the physical print at midterm with one orientation/process sheet and a photograph.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4064508"/>
            <a:ext cx="777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995928"/>
            <a:ext cx="777240" cy="9601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37540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4064508"/>
            <a:ext cx="9921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995928"/>
            <a:ext cx="9921240" cy="960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4087368"/>
            <a:ext cx="9372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Submit the editable source, exported mesh and slicer project. Explain any geometry changes made for printability.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5225796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5157216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4400" y="5157216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CHECKPOINT · WEEK 5 — Sep 22 — Review print-ready geometry, physical units, orientation and the sliced preview before queueing.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BUILD THE 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session: from a single point to a closed solid that cuts.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One point placed from an XYZ vector, and you can say why it is a position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99466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2608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0896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299466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2608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2608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Four base corners and an apex, with Width / Depth / Height exposed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63474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56616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74904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63474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56616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56616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All five faces joined — four sides and the base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27482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20624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38912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27482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20624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20624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Closure checked: every edge shared by exactly two faces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91490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84632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02920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491490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484632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484632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Cube minus pyramid working, off the same three inputs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55549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4864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6692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59051" y="55549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490472" y="54864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764792" y="54864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Your own panel named, and the numbers that will drive it written down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D9E1"/>
                </a:solidFill>
                <a:latin typeface="Arial"/>
              </a:rPr>
              <a:t>LEAVE WITH A SOLID THAT CUTS. THE SHEET IS THE EASY PART.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WATCH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U04 — Arrays and lists. Repeat Zone, Compare and Switch, and the nested grid. We start small and inspectable before anything scales 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FINISH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P1a is due next class: eight or nine numbered diagrams, the last one developed at building scale with a figure and planting, and the sequence written as pseudocode.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FIND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panel. One building, one repeating component, simple enough to write as two lists, and it has to sit beside itself without a gap. Name the building and your source, and bring its point and face lists started - next week it gets repeated.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CHECK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Your FabLab orientation, before you need the machine rather than after.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