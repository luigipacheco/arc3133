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03  /  SEP 8  /  U03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GEOMETRY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P1 CONTINUES — WHAT A SOLID IS MADE OF, UNDERNEATH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P1b + P1c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POINT → LINE → EDGE → FACE →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Five steps, and each one is a list of the thing before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88820"/>
            <a:ext cx="2048255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2048255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537460"/>
            <a:ext cx="2048255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2048255" cy="17373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>
                <a:solidFill>
                  <a:srgbClr val="000000"/>
                </a:solidFill>
                <a:latin typeface="Calibri"/>
              </a:rPr>
              <a:t>three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ourier New"/>
              </a:rPr>
              <a:t>[x, y, z]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4076" y="1988820"/>
            <a:ext cx="2048255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25496" y="1920240"/>
            <a:ext cx="2048255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25496" y="2048256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4076" y="2537460"/>
            <a:ext cx="2048255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825496" y="2468880"/>
            <a:ext cx="2048255" cy="17373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08376" y="269748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>
                <a:solidFill>
                  <a:srgbClr val="000000"/>
                </a:solidFill>
                <a:latin typeface="Calibri"/>
              </a:rPr>
              <a:t>two positions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29184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ourier New"/>
              </a:rPr>
              <a:t>[p1, p2]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5212" y="1988820"/>
            <a:ext cx="2048255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56631" y="1920240"/>
            <a:ext cx="2048255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56631" y="2048256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5212" y="2537460"/>
            <a:ext cx="2048255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56631" y="2468880"/>
            <a:ext cx="2048255" cy="17373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39512" y="269748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>
                <a:solidFill>
                  <a:srgbClr val="000000"/>
                </a:solidFill>
                <a:latin typeface="Calibri"/>
              </a:rPr>
              <a:t>two vertices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29184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ourier New"/>
              </a:rPr>
              <a:t>[v1, v2]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6347" y="1988820"/>
            <a:ext cx="2048255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287767" y="1920240"/>
            <a:ext cx="2048255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87767" y="2048256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6347" y="2537460"/>
            <a:ext cx="2048255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87767" y="2468880"/>
            <a:ext cx="2048255" cy="17373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70647" y="269748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>
                <a:solidFill>
                  <a:srgbClr val="000000"/>
                </a:solidFill>
                <a:latin typeface="Calibri"/>
              </a:rPr>
              <a:t>ordered corners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7" y="329184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ourier New"/>
              </a:rPr>
              <a:t>[v1, v2, v3]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87483" y="1988820"/>
            <a:ext cx="2048255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518903" y="1920240"/>
            <a:ext cx="2048255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518903" y="2048256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MESH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7483" y="2537460"/>
            <a:ext cx="2048255" cy="1737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518903" y="2468880"/>
            <a:ext cx="2048255" cy="17373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01783" y="269748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>
                <a:solidFill>
                  <a:srgbClr val="000000"/>
                </a:solidFill>
                <a:latin typeface="Calibri"/>
              </a:rPr>
              <a:t>many faces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1783" y="329184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ourier New"/>
              </a:rPr>
              <a:t>[f1, f2, f3…]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" y="459486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94360" y="4526280"/>
            <a:ext cx="10972800" cy="62179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452628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A POSITION IS NOT A DISPLACEMENT. THE SAME THREE NUMBERS MEAN DIFFERENT THINGS DEPENDING ON WHICH ONE YOU MEANT.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B4B4AC"/>
                </a:solidFill>
                <a:latin typeface="Calibri"/>
              </a:rPr>
              <a:t>Nothing here is new geometry. It is the same collection, read at a different level: a face is a list of vertices, a mesh is a list of faces, and next week an array will be a list of copies.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A FACE IS AN ORDERED LIST OF CORNERS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three vertices, two different faces. The order is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WINDING ORDER</a:t>
            </a:r>
          </a:p>
        </p:txBody>
      </p:sp>
      <p:sp>
        <p:nvSpPr>
          <p:cNvPr id="9" name="Oval 8"/>
          <p:cNvSpPr/>
          <p:nvPr/>
        </p:nvSpPr>
        <p:spPr>
          <a:xfrm>
            <a:off x="1801367" y="257860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54479" y="22677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Courier New"/>
              </a:rPr>
              <a:t>v0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7" y="372160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79" y="34107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Courier New"/>
              </a:rPr>
              <a:t>v1</a:t>
            </a:r>
          </a:p>
        </p:txBody>
      </p:sp>
      <p:sp>
        <p:nvSpPr>
          <p:cNvPr id="13" name="Oval 12"/>
          <p:cNvSpPr/>
          <p:nvPr/>
        </p:nvSpPr>
        <p:spPr>
          <a:xfrm>
            <a:off x="2487168" y="372160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40279" y="34107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Courier New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14600"/>
            <a:ext cx="2560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00000"/>
                </a:solidFill>
                <a:latin typeface="Courier New"/>
              </a:rPr>
              <a:t>f = [v0, v1, v2]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000000"/>
                </a:solidFill>
                <a:latin typeface="Courier New"/>
              </a:rPr>
              <a:t>  normal → toward you</a:t>
            </a:r>
          </a:p>
          <a:p>
            <a:pPr algn="l">
              <a:lnSpc>
                <a:spcPct val="14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00000"/>
                </a:solidFill>
                <a:latin typeface="Courier New"/>
              </a:rPr>
              <a:t>f = [v0, v2, v1]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000000"/>
                </a:solidFill>
                <a:latin typeface="Courier New"/>
              </a:rPr>
              <a:t>  normal → away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9380" y="1851660"/>
            <a:ext cx="51663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51663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WHY IT MATTERS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87168"/>
            <a:ext cx="4617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A flipped face tells a renderer the inside is the outside.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It tells a slicer there is nothing to fill.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Most failed prints this semester will start here, not at the printer.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CLOSED MEANS EVERY EDGE IS SHARED BY EXACTLY TWO FACES. CHECK IT BEFORE YOU BELIEVE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Five vertices, eight edges, five faces. Built by hand, driven by three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WHAT YOU ASSEMBLE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" y="2674620"/>
            <a:ext cx="685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685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VERTICES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03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alibri"/>
              </a:rPr>
              <a:t>four base corners and an apex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" y="3387852"/>
            <a:ext cx="685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14400" y="3319272"/>
            <a:ext cx="685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192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9359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alibri"/>
              </a:rPr>
              <a:t>four around the base, four to the apex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" y="4101084"/>
            <a:ext cx="685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14400" y="4032504"/>
            <a:ext cx="685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42153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32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0682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alibri"/>
              </a:rPr>
              <a:t>four triangular sides and the 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6540" y="1943100"/>
            <a:ext cx="502920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537960" y="1874519"/>
            <a:ext cx="502920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EXPOSED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60604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0000"/>
                </a:solidFill>
                <a:latin typeface="Courier New"/>
              </a:rPr>
              <a:t>Width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0000"/>
                </a:solidFill>
                <a:latin typeface="Courier New"/>
              </a:rPr>
              <a:t>Depth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0000"/>
                </a:solidFill>
                <a:latin typeface="Courier New"/>
              </a:rPr>
              <a:t>Height</a:t>
            </a:r>
          </a:p>
          <a:p>
            <a:pPr algn="l">
              <a:lnSpc>
                <a:spcPct val="14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Three numbers, and the whole solid rebuilds. That is the entire point of the exercise.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806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DO NOT FORGET THE BASE FACE. A PYRAMID WITH FOUR SIDES AND NO BOTTOM IS NOT A SOLID.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AND THEN IT GOES BACK INTO LAST WEEK'S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pyramid is not an exercise. It is the cutter for the study you already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585466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585466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2585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01   BUILD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00300"/>
            <a:ext cx="2585466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2585466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128266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Five vertices, five faces, closed, with Width / Depth / Height exposed.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8718" y="1851660"/>
            <a:ext cx="2585466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90138" y="1783080"/>
            <a:ext cx="2585466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90138" y="1911095"/>
            <a:ext cx="2585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02   SUBTRACT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400300"/>
            <a:ext cx="2585466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90138" y="2331720"/>
            <a:ext cx="2585466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8738" y="2331720"/>
            <a:ext cx="2128266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Cube minus pyramid. The same Boolean from Week 2, with your own solid.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851660"/>
            <a:ext cx="2585466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85916" y="1783080"/>
            <a:ext cx="2585466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5916" y="1911095"/>
            <a:ext cx="2585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03   DRIVE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2400300"/>
            <a:ext cx="2585466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85916" y="2331720"/>
            <a:ext cx="2585466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14516" y="2331720"/>
            <a:ext cx="2128266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Change the three inputs and show at least three settings of the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851660"/>
            <a:ext cx="2585466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81694" y="1783080"/>
            <a:ext cx="2585466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81694" y="1911095"/>
            <a:ext cx="2585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04   EXPLAIN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0274" y="2400300"/>
            <a:ext cx="2585466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81694" y="2331720"/>
            <a:ext cx="2585466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10294" y="2331720"/>
            <a:ext cx="2128266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Face order, normals, closure — why it cuts cleanly instead of failing.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468630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4617720"/>
            <a:ext cx="10972800" cy="621792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61772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D9E1"/>
                </a:solidFill>
                <a:latin typeface="Arial"/>
              </a:rPr>
              <a:t>THIS IS WHY P1 IS ONE PROJECT AND NOT THREE ASSIGNMENTS.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6B6B"/>
                </a:solidFill>
                <a:latin typeface="Calibri"/>
              </a:rPr>
              <a:t>Every project in this course does the same thing — the geometry you make in one milestone becomes the input to the next. You will never start from an unrelated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A mesh is two lists. That is the entire idea, and it fits on one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verts = [[-w, -d, 0],              #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 w, -d, 0],              #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 w,  d, 0],              #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[-w,  d, 0],              #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[ 0,  0, h]]              # 4  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faces = [[0, 1, 4], [1, 2, 4],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3191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[2, 3, 4], [3, 0, 4],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062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[0, 3, 2, 1]]             # the base — do not forget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805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7548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pyramid = mesh(verts, faces)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291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result  = difference(cube, pyramid)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point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vector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parameter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vertex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edge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face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mesh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solid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normal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verts IS A LIST OF POSITIONS. faces IS A LIST OF INDICES INTO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P1b — MESH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5 — Sep 22   /  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Build the solid from its parts, then take it back to the massing study and let it do work there. One sheet covers the whole ladder — point, line, edge, face, mesh — and ends with an annotated closed pyramid.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SHOW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Point, line, edge, face, and the multiple-face exercise.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PYRAMID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Width, Depth and Height exposed. Four sides and a base.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AS A CUTTER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Back into the P1a study, at three parameter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601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625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One sheet showing point, line, edge, face and the multiple-face mesh exercise, with an annotated closed pyramid.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58084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89504"/>
            <a:ext cx="777240" cy="9601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689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58084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89504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80944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Build four base corners and an apex with Width, Depth and Height exposed; include all four side faces and the 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64508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95928"/>
            <a:ext cx="777240" cy="9601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7540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64508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95928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8736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Reuse the pyramid as a Boolean cutter in the previous study and show at least three parameter settings. Explain face order, normals and 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ALSO ISSUED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P1c — FIRST 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8 — Oct 13   /  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The same geometry, made real. A printable variant of the project you have been building for two weeks — presented as a physical object at the midterm.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60 MM, 200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Each axis within 60 mm. The allocation includes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NO SUPPORTS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Orientation is your only lever. Change the geometry if you must.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AT THE MIDTERM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The queue has latency the two-week cycle does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P1c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Fabrication milestone — visual documentation 20% · computational understanding 20% · technical execution 15% · fabrication quality 30% · experimentation 5% · requirements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601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625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Develop a printable variant of the geometry project, within 60 mm on each axis and the 200 g allocation, with no supports.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58084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89504"/>
            <a:ext cx="777240" cy="9601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689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58084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89504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80944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physical print at midterm with one orientation/process sheet and a photograph.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64508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95928"/>
            <a:ext cx="777240" cy="9601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7540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64508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95928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8736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editable source, exported mesh and slicer project. Explain any geometry changes made for printability.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225796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157216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5 — Sep 22 — Review print-ready geometry, physical units, orientation and the sliced preview before queueing.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BUILD THE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session: from a single point to a closed solid that cuts.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point placed from an XYZ vector, and you can say why it is a position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Four base corners and an apex, with Width / Depth / Height exposed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All five faces joined — four sides and the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Closure checked: every edge shared by exactly two 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Cube minus pyramid working, off the same three inputs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E1"/>
                </a:solidFill>
                <a:latin typeface="Arial"/>
              </a:rPr>
              <a:t>LEAVE WITH A SOLID THAT CUTS. THE SHEET IS THE EASY PART.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U04 — Arrays and lists. Repeat Zone, Compare and Switch, and the nested grid. We start small and inspectable before anything scales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P1a is due next class: the ordered diagram, the final axonometric and three variants.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pyramid, parametric and closed. Next week it becomes the component that gets repeated, so bring a file you can build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FabLab orientation, before you need the machine rather than after.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