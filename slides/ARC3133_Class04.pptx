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04  /  SEP 15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 AND LISTS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PART 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P2 BEGINS — ONE COMPONENT, MANY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P1a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P2a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 ARRAY IS A LIST OF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Not a command that duplicates things. A list you compute, then place geometry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INDEX  → 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0   →   p = start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1   →   p = start + step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2   →   p = start + 2 × step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 b="1">
                <a:solidFill>
                  <a:srgbClr val="000000"/>
                </a:solidFill>
                <a:latin typeface="Courier New"/>
              </a:rPr>
              <a:t>p[i] = start + i ×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THINGS TO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87168"/>
            <a:ext cx="4983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LIST — what is in the collection.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COUNT — how many there are.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INDEX — where each one sits in the order.</a:t>
            </a: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index is the only new idea. It is a counter that tells each copy how far along it is — and therefore how different it should be.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Your pyramid is the component. It does not change today — only where it goes.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REPEAT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loop, made visible. Repeat Input, a body, Repeat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Repeat Input   →  body  →  Repeat Output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Everything between the two runs once per iteration. Whatever you hand to Repeat Input comes back changed, once for every step of the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READ IT SMALL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56032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Set the count to 3 and look at the spreadsheet.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Then 5. Then 20.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collection you cannot inspect is a collection you cannot debug. There is no prize for a large count.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BUILD IT AT A COUNT YOU CAN COUNT. SCALE UP ONLY ONCE IT IS RIGHT.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COMPARE + SWITCH IS AN IF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Test a value, then act on the answer. Two nodes, one idea.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Compare   index  &gt;  4     →  True / False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Switch    False → a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          True  → b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Compare asks the question. Switch chooses between two answers. Everything conditional in this course is those two nodes.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WHAT IT BUYS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87168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Move only a range of indices.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Cull every third element.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Give the first row a different height.</a:t>
            </a: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field stops being uniform the moment a test decides something.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COMPARE THE RESULT AT TWO DIFFERENT COUNTS. IF IT ONLY WORKS AT ONE, IT IS NOT A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NEST IT AND YOU HAVE A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Two counters instead of one. A list of lists.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ONE COUNTER</a:t>
            </a:r>
          </a:p>
        </p:txBody>
      </p:sp>
      <p:sp>
        <p:nvSpPr>
          <p:cNvPr id="9" name="Oval 8"/>
          <p:cNvSpPr/>
          <p:nvPr/>
        </p:nvSpPr>
        <p:spPr>
          <a:xfrm>
            <a:off x="1078992" y="26791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26463" y="26791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773935" y="26791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2121408" y="26791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2468880" y="26791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816352" y="26791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3163824" y="26791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3511296" y="26791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p[i] = start + i × step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count =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TWO COUNTERS</a:t>
            </a:r>
          </a:p>
        </p:txBody>
      </p:sp>
      <p:sp>
        <p:nvSpPr>
          <p:cNvPr id="22" name="Oval 21"/>
          <p:cNvSpPr/>
          <p:nvPr/>
        </p:nvSpPr>
        <p:spPr>
          <a:xfrm>
            <a:off x="6336792" y="24505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6336792" y="279806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336792" y="314553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336792" y="349300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6336792" y="3840479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684264" y="24505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6684264" y="279806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684264" y="314553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684264" y="349300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684264" y="3840479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7031736" y="24505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031736" y="279806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031736" y="314553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031736" y="349300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7031736" y="3840479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379208" y="24505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7379208" y="279806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379208" y="314553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379208" y="349300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379208" y="3840479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726679" y="24505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7726679" y="279806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726679" y="314553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7726679" y="349300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7726679" y="3840479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074152" y="24505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074152" y="279806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074152" y="314553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074152" y="349300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074152" y="3840479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421624" y="24505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421624" y="279806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421624" y="314553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421624" y="349300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421624" y="3840479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769096" y="245059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769096" y="279806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769096" y="314553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769096" y="349300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769096" y="3840479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309360" y="43891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p[i][j] = start + (i × dx, j × dy)      count = 8 × 5 = 40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77240" y="525780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PREDICT THE TOTAL BEFORE YOU LOOK. IF THE NUMBER SURPRISES YOU, THE NESTING IS WRONG.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Everything in U04 is in these nine lines — the nested loop, the stagger, the conditional, the sine.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points = 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j in range(rows):                      # nested loop = grid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offset = spacing / 2 if j % 2 else 0   # odd/even stagger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for i in range(cols):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z = amplitude * sin(i * frequency + phase)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if 3 &lt;= i &lt;= 5:                    # Compare + 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   z = z + lift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points.append([i * spacing + offset, j * row_gap, z])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list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index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count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nested 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conditional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modulo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sine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amplitude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frequency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THE INDENTATION IS THE NESTING. THAT IS WHY A GRID IS A LOOP INSIDE A LOOP.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P2a — ARRAYS AND CONDITIONAL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8 — Oct 13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Use the geometry project as a component. First design its arrangement, then vary it through external measurements.  This milestone is the arrangement half: four ways of placing the same component, three of them developed, with the repetition and selection logic built from basic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FOUR ARRANGEMENTS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Linear, nested grid, hexagonal, radial — the grid is required.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CONTROL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CONDITIONAL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An index range displaced, using Compare and Switch.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VARY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SINE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Amplitude, frequency and phase, named and demonstrated.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41831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534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Practice linear, nested-grid, hexagonal and radial arrays; develop three comparisons on up to two sheets, including the nested grid.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9796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71215"/>
            <a:ext cx="777240" cy="941831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4154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9796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71215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62656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Keep the component constant while comparing arrangements. Expose count and spacing or radius and explain index order.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27931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59351"/>
            <a:ext cx="777240" cy="941831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2968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27931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59351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50791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one conditional index-range displacement and one sine-driven variation; identify amplitude, frequency and phase.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116067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047487"/>
            <a:ext cx="777240" cy="941831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41781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116067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5047487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138927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Build the repetition and selection logic from basic nodes. Show a small inspectable count before scaling up; no minimum of 1,000 elements is imposed.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ARRAY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a linear array, a conditional, and a grid you can predict.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pyramid instanced along a linear array, count and spacing exposed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spreadsheet open — list, count and index all readable at count =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Compare and Switch changing one range of indices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array nested into a grid, and you predicted the total before looking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Index order explained out loud: which way does i run, and what happens if you swap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A COUNT YOU CAN COUNT. NOT A THOUSAND OF ANYTHING, YET.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U04 — the same unit runs into next week. Hexagonal and radial arrangements, conditional displacement and sine control.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P2a is due at the midterm. Start the comparisons now — the sheet is easier when the graphs already exist.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grid, working, at a small count. And P1b — the pyramid sheet is due next class.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P1c: print-ready geometry, physical units and orientation get reviewed next week before anything goes in the queue.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