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Exchange first while everyone is fresh — it needs concentration.\nAttractors after the break, then clinic time on 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the no-talking rule hard. It is the whole experiment.\n'Do not interpret generously' is the instruction that makes it work — students want to be kind and fill in gaps. Tell them being literal is the favour.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usual-suspects list is a prediction. Read it out before they start and see how many they hit.\nFormal notation removed most ambiguity — what is left is precise and fixable, which is exactly the point. Say that in the debrief so it does not feel like a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three lines on the board. Students think attractors are a component; they are a subtraction and a function.\nThe closing line ties Class 4 to today — index and distance are interchangeable as drivers. Somebody should try index-driven and distance-driven versions of the same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third one has no marker — the attractor is the whole curve, and the distance is to its nearest point.\nMultiple points is where the real decision is, and it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try all four on one field in ten minutes. The difference is dramatic and it convinces better than any explanation.\nThreshold is worth naming as a legitimate choice — it produces figure/ground rather than gradient, which is a different graphic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Remapping is the single most common place students get stuck, and it always looks like a plugin problem when it is an arithmetic problem.\nDiagnostic question when a field looks flat: what is your actual distance range? Usually they are mapping 0–100 into 0–1 and everything lands at 0.02.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worth the most in the whole session. Multiple-point attractors are usually taught as 'use the closest one' and nothing else.\nMin gives you cell-like territories. Sum gives blobs and merging. Average pulls everything toward the midpoint.\nAnyone doing the multiple-point cell of the matrix should try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Module 2 — contouring is entirely a list-management problem.\nThe diagnostic line at the bottom is worth memorising; it is the answer to half the questions you will get during the clinic.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Almost every broken multi-attractor field traces back to this slide. The default is Longest List and it produces something that looks plausible but is wrong.
Cross Reference gives 8 results for 4 points — which then have to be reduced back to 4 (min, max, multiply, from the previous slide). Say that connection out loud.
Note: Cross Reference may be used ONCE per definition in this course. Beyond that, use graft —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Graft is the operation students copy without understanding. Frame it as: stop pairing these off, handle each one separately.
Flatten is the one they overuse — it fixes the symptom by destroying the structure. Say: if flattening fixed it, you had a matching problem, not a flatten problem.
Wrap is modulo, which is the same arithmetic framing as Week 2. Demonstrate it on a closed polyline: without wrap you get an open chain, with wrap you get a closed loop.
That closing behaviour is exactly what contouring needs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question is the one that separates an architectural use from a decorative one. Both are legitimate here — but they should know which they are doing.\nYour own precedent analysis for 1.1 must answer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line catches the most common shortcut — they drive scale, then scale again, then scale in a third array, and call it three parameters.\nRotation, density, height and colour are all sitting there unused.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rewritten 0.1 line is small but it closes the loop on the exchange — and it is exactly the kind of revision the booklet grade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D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05  /  SEP 22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ATTRACTORS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62940" y="4549140"/>
            <a:ext cx="48463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480560"/>
            <a:ext cx="484632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75020" y="4549140"/>
            <a:ext cx="49377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4480560"/>
            <a:ext cx="4937760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HALF: BUILD A CLASSMATE'S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4599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HALF: DISTANCE DRIVES 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 /  PARAMETRIC  /  1.1 DUE NEXT CLASS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build someone else's object from their words alone.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777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77724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714500" y="1851660"/>
            <a:ext cx="9921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783080"/>
            <a:ext cx="992124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89280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220370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your printed procedure to the person opposite. Keep your diagram — they do not get to see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2940" y="2903220"/>
            <a:ext cx="777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834640"/>
            <a:ext cx="77724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632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714500" y="2903220"/>
            <a:ext cx="9921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834640"/>
            <a:ext cx="992124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94436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25526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minutes. Follow the procedure exactly as written. Do not interpret generously.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" y="3954780"/>
            <a:ext cx="777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86200"/>
            <a:ext cx="77724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14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714500" y="3954780"/>
            <a:ext cx="9921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886200"/>
            <a:ext cx="992124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99592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WHERE IT BREAKS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430682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step is ambiguous, stop, write down what was unclear, then make the most literal reading and continue.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" y="5006340"/>
            <a:ext cx="777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937760"/>
            <a:ext cx="77724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1663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1714500" y="5006340"/>
            <a:ext cx="992124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4937760"/>
            <a:ext cx="992124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504748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920240" y="535838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result next to the author's diagram. The difference is the finding.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2940" y="6057900"/>
            <a:ext cx="10972800" cy="566928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98932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61081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TALK TO THE AUTHOR. IF YOU CAN ASK THEM, THE PROCEDURE IS NOT BEING TESTED.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RECORD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of you write this down. It goes in the booklet.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53492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3492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5349240" cy="54864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928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BUILDER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33472"/>
            <a:ext cx="128016" cy="128016"/>
          </a:xfrm>
          <a:prstGeom prst="rect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5420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where you had to guess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255264"/>
            <a:ext cx="128016" cy="128016"/>
          </a:xfrm>
          <a:prstGeom prst="rect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assumed, and why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3877056"/>
            <a:ext cx="128016" cy="128016"/>
          </a:xfrm>
          <a:prstGeom prst="rect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2728" y="3785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of what you produced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86500" y="1851660"/>
            <a:ext cx="53492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783080"/>
            <a:ext cx="53492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783080"/>
            <a:ext cx="5349240" cy="54864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9280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AUTHOR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2633472"/>
            <a:ext cx="128016" cy="128016"/>
          </a:xfrm>
          <a:prstGeom prst="rect">
            <a:avLst/>
          </a:prstGeom>
          <a:solidFill>
            <a:srgbClr val="C6F03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5420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steps were misread, and how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37960" y="3255264"/>
            <a:ext cx="128016" cy="128016"/>
          </a:xfrm>
          <a:prstGeom prst="rect">
            <a:avLst/>
          </a:prstGeom>
          <a:solidFill>
            <a:srgbClr val="C6F03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3163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meant, in one sentence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537960" y="3877056"/>
            <a:ext cx="128016" cy="128016"/>
          </a:xfrm>
          <a:prstGeom prst="rect">
            <a:avLst/>
          </a:prstGeom>
          <a:solidFill>
            <a:srgbClr val="C6F03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37856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rewritten step that fixes it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62940" y="4914900"/>
            <a:ext cx="10972800" cy="13258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846320"/>
            <a:ext cx="10972800" cy="13258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0109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SUSPECTS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358384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axis is the cylinder's height along?   Does move() apply to the centre or a corner?   Which way is positive rotation?   Is the subtraction the right way round?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ATTRACTOR IS A NUMBER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point: how far is it from something? Use that number to drive a property.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52120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52120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IDEA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359152"/>
            <a:ext cx="4572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23744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point p: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distance(p, attractor)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 = f(d)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 is it. Everything else is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choice of 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69380" y="1851660"/>
            <a:ext cx="516636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783080"/>
            <a:ext cx="5166360" cy="30175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22451" y="2328531"/>
            <a:ext cx="74957" cy="7495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12139" y="2626829"/>
            <a:ext cx="95582" cy="9558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5074" y="2928374"/>
            <a:ext cx="109711" cy="109711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4329" y="3236239"/>
            <a:ext cx="111202" cy="11120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10378" y="3550898"/>
            <a:ext cx="99105" cy="9910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20239" y="3869369"/>
            <a:ext cx="79383" cy="7938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1762" y="4189502"/>
            <a:ext cx="56335" cy="5633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3027" y="2324297"/>
            <a:ext cx="83427" cy="8342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1079" y="2620959"/>
            <a:ext cx="107322" cy="10732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81666" y="2920156"/>
            <a:ext cx="126149" cy="126149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0526" y="3227626"/>
            <a:ext cx="128428" cy="12842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885" y="3544595"/>
            <a:ext cx="111709" cy="111709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0550" y="3864870"/>
            <a:ext cx="88380" cy="8838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13167" y="4186097"/>
            <a:ext cx="63147" cy="6314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85417" y="2321877"/>
            <a:ext cx="88266" cy="88266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203" y="2617273"/>
            <a:ext cx="114693" cy="11469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59707" y="2913387"/>
            <a:ext cx="139687" cy="13968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57614" y="3219904"/>
            <a:ext cx="143872" cy="14387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69602" y="3540502"/>
            <a:ext cx="119896" cy="119896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82758" y="3862268"/>
            <a:ext cx="93584" cy="9358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96092" y="4184212"/>
            <a:ext cx="66915" cy="6691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9999" y="2321649"/>
            <a:ext cx="88723" cy="8872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6648" y="2616908"/>
            <a:ext cx="115425" cy="11542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3648" y="2912518"/>
            <a:ext cx="141424" cy="14142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41280" y="3218760"/>
            <a:ext cx="146160" cy="14616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53996" y="3540086"/>
            <a:ext cx="120727" cy="12072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67321" y="3862021"/>
            <a:ext cx="94078" cy="9407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0727" y="4184037"/>
            <a:ext cx="67266" cy="67266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56812" y="2323652"/>
            <a:ext cx="84715" cy="8471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44558" y="2620008"/>
            <a:ext cx="109224" cy="10922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34557" y="2918617"/>
            <a:ext cx="129226" cy="129226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33290" y="3225960"/>
            <a:ext cx="131761" cy="131761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2273" y="3543553"/>
            <a:ext cx="113795" cy="11379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54290" y="3864180"/>
            <a:ext cx="89761" cy="89761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67090" y="4185590"/>
            <a:ext cx="64160" cy="6416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45533" y="2327563"/>
            <a:ext cx="76895" cy="7689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34894" y="2625534"/>
            <a:ext cx="98172" cy="9817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27435" y="2926685"/>
            <a:ext cx="113089" cy="113089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926633" y="3234493"/>
            <a:ext cx="114693" cy="11469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33053" y="3549523"/>
            <a:ext cx="101854" cy="10185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43265" y="3868345"/>
            <a:ext cx="81430" cy="8143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55022" y="4188712"/>
            <a:ext cx="57915" cy="57915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35681" y="2332901"/>
            <a:ext cx="66219" cy="66219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326594" y="2632424"/>
            <a:ext cx="84391" cy="84391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0808" y="2935248"/>
            <a:ext cx="95964" cy="9596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20228" y="3243278"/>
            <a:ext cx="97123" cy="9712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25109" y="3556769"/>
            <a:ext cx="87362" cy="87362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33686" y="3873956"/>
            <a:ext cx="70208" cy="7020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44257" y="4193137"/>
            <a:ext cx="49066" cy="49066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26825" y="2339235"/>
            <a:ext cx="53550" cy="5355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719037" y="2640057"/>
            <a:ext cx="69127" cy="6912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14361" y="2943991"/>
            <a:ext cx="78478" cy="7847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713909" y="3252149"/>
            <a:ext cx="79383" cy="7938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717811" y="3564661"/>
            <a:ext cx="71578" cy="7157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25078" y="3880538"/>
            <a:ext cx="57043" cy="57043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30740" y="419481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15550" y="234315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11901" y="2648111"/>
            <a:ext cx="53017" cy="53017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07998" y="2952818"/>
            <a:ext cx="60824" cy="6082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07628" y="3261058"/>
            <a:ext cx="61564" cy="61564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10866" y="3572906"/>
            <a:ext cx="55088" cy="55088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115550" y="388620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15550" y="419481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500360" y="234315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500360" y="265176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00360" y="296037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500360" y="326898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00360" y="357759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00360" y="388620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00360" y="419481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885170" y="234315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85170" y="265176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85170" y="296037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85170" y="326898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885170" y="357759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885170" y="388620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885170" y="4194810"/>
            <a:ext cx="45720" cy="45720"/>
          </a:xfrm>
          <a:prstGeom prst="ellipse">
            <a:avLst/>
          </a:prstGeom>
          <a:solidFill>
            <a:srgbClr val="FFFDF7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78140" y="3168396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060436" y="3086100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2940" y="5097780"/>
            <a:ext cx="10972800" cy="1097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4360" y="5029200"/>
            <a:ext cx="10972800" cy="10972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14400" y="5285232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told you where in the sequence. DISTANCE tells you how far from something. Both are just numbers driving a property — that is the only idea in this module.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maths. What changes is what you measure the distance 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51660"/>
            <a:ext cx="3429000" cy="342900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783080"/>
            <a:ext cx="3429000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1783080"/>
            <a:ext cx="34290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" y="187452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" y="2441448"/>
            <a:ext cx="2971800" cy="196596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4301" y="2746629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1969" y="2962610"/>
            <a:ext cx="50384" cy="5038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6110" y="3175064"/>
            <a:ext cx="62101" cy="6210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3993" y="3391260"/>
            <a:ext cx="66336" cy="6633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110" y="3611690"/>
            <a:ext cx="62101" cy="6210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1969" y="3835862"/>
            <a:ext cx="50384" cy="5038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4301" y="4056507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3584" y="2745699"/>
            <a:ext cx="47580" cy="4758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3703" y="2954130"/>
            <a:ext cx="67343" cy="673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6583" y="3165324"/>
            <a:ext cx="81583" cy="815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3899" y="3380952"/>
            <a:ext cx="86951" cy="8695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6583" y="3601950"/>
            <a:ext cx="81583" cy="815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3703" y="3827382"/>
            <a:ext cx="67343" cy="673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3584" y="4055577"/>
            <a:ext cx="47580" cy="4758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47753" y="2739655"/>
            <a:ext cx="59668" cy="59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36344" y="2946558"/>
            <a:ext cx="82488" cy="8248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27444" y="3155972"/>
            <a:ext cx="100286" cy="1002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23804" y="3370645"/>
            <a:ext cx="107567" cy="10756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27444" y="3592598"/>
            <a:ext cx="100286" cy="1002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36344" y="3819810"/>
            <a:ext cx="82488" cy="8248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47753" y="4049533"/>
            <a:ext cx="59668" cy="59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3491" y="2735180"/>
            <a:ext cx="68618" cy="686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80537" y="2940538"/>
            <a:ext cx="94528" cy="9452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9222" y="3147537"/>
            <a:ext cx="117156" cy="11715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63709" y="3360337"/>
            <a:ext cx="128182" cy="12818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69222" y="3584163"/>
            <a:ext cx="117156" cy="11715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80537" y="3813790"/>
            <a:ext cx="94528" cy="9452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93491" y="4045058"/>
            <a:ext cx="68618" cy="686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41291" y="2732767"/>
            <a:ext cx="73444" cy="7344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27272" y="2937060"/>
            <a:ext cx="101483" cy="1014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13542" y="3141643"/>
            <a:ext cx="128943" cy="1289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03615" y="3350029"/>
            <a:ext cx="148798" cy="14879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13542" y="3578269"/>
            <a:ext cx="128943" cy="1289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27272" y="3810312"/>
            <a:ext cx="101483" cy="1014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41291" y="4042645"/>
            <a:ext cx="73444" cy="7344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91505" y="2732767"/>
            <a:ext cx="73444" cy="7344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77485" y="2937060"/>
            <a:ext cx="101483" cy="1014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163755" y="3141643"/>
            <a:ext cx="128943" cy="1289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53828" y="3350029"/>
            <a:ext cx="148798" cy="14879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63755" y="3578269"/>
            <a:ext cx="128943" cy="1289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77485" y="3810312"/>
            <a:ext cx="101483" cy="1014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91505" y="4042645"/>
            <a:ext cx="73444" cy="7344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444130" y="2735180"/>
            <a:ext cx="68618" cy="686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31176" y="2940538"/>
            <a:ext cx="94528" cy="9452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19862" y="3147537"/>
            <a:ext cx="117156" cy="11715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14349" y="3360337"/>
            <a:ext cx="128182" cy="12818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19862" y="3584163"/>
            <a:ext cx="117156" cy="11715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31176" y="3813790"/>
            <a:ext cx="94528" cy="9452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44130" y="4045058"/>
            <a:ext cx="68618" cy="686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98819" y="2739655"/>
            <a:ext cx="59668" cy="59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87409" y="2946558"/>
            <a:ext cx="82488" cy="8248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8510" y="3155972"/>
            <a:ext cx="100286" cy="1002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74869" y="3370645"/>
            <a:ext cx="107567" cy="10756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78510" y="3592598"/>
            <a:ext cx="100286" cy="1002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87409" y="3819810"/>
            <a:ext cx="82488" cy="8248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98819" y="4049533"/>
            <a:ext cx="59668" cy="59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55076" y="2745699"/>
            <a:ext cx="47580" cy="4758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45194" y="2954130"/>
            <a:ext cx="67343" cy="673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38074" y="3165324"/>
            <a:ext cx="81583" cy="815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35390" y="3380952"/>
            <a:ext cx="86951" cy="8695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938074" y="3601950"/>
            <a:ext cx="81583" cy="8158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45194" y="3827382"/>
            <a:ext cx="67343" cy="6734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55076" y="4055577"/>
            <a:ext cx="47580" cy="4758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06219" y="2746629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03887" y="2962610"/>
            <a:ext cx="50384" cy="5038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98028" y="3175064"/>
            <a:ext cx="62101" cy="6210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95911" y="3391260"/>
            <a:ext cx="66336" cy="6633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198028" y="3611690"/>
            <a:ext cx="62101" cy="6210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3887" y="3835862"/>
            <a:ext cx="50384" cy="5038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6219" y="4056507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20824" y="3424428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103120" y="3342132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7220" y="45445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distance(p, a)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4434840" y="1851660"/>
            <a:ext cx="3429000" cy="342900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366260" y="1783080"/>
            <a:ext cx="3429000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366260" y="1783080"/>
            <a:ext cx="34290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22292" y="187452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POINTS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4594860" y="2441448"/>
            <a:ext cx="2971800" cy="196596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902694" y="2717382"/>
            <a:ext cx="104213" cy="10421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3281" y="2926282"/>
            <a:ext cx="123041" cy="12304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97056" y="3148370"/>
            <a:ext cx="115490" cy="11549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09955" y="3379582"/>
            <a:ext cx="89693" cy="8969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25368" y="3613308"/>
            <a:ext cx="58865" cy="5886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931941" y="3838194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31941" y="4056507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47182" y="2711656"/>
            <a:ext cx="115665" cy="11566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32068" y="2914856"/>
            <a:ext cx="145892" cy="14589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139392" y="3140493"/>
            <a:ext cx="131244" cy="13124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55843" y="3375256"/>
            <a:ext cx="98343" cy="983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172690" y="3610416"/>
            <a:ext cx="64649" cy="6464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82154" y="3838194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82154" y="4056507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97951" y="2712213"/>
            <a:ext cx="114552" cy="11455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383929" y="2916503"/>
            <a:ext cx="142597" cy="14259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390458" y="3141346"/>
            <a:ext cx="129539" cy="12953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406456" y="3375657"/>
            <a:ext cx="97543" cy="975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423161" y="3610675"/>
            <a:ext cx="64132" cy="6413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32367" y="3838194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432367" y="4056507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654640" y="2718689"/>
            <a:ext cx="101600" cy="10160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645853" y="2928214"/>
            <a:ext cx="119175" cy="11917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649319" y="3149994"/>
            <a:ext cx="112243" cy="1122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661636" y="3380624"/>
            <a:ext cx="87608" cy="8760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676735" y="3614036"/>
            <a:ext cx="57411" cy="5741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682580" y="3838194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82580" y="4056507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914353" y="2728188"/>
            <a:ext cx="82602" cy="8260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908274" y="2940422"/>
            <a:ext cx="94760" cy="9476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910532" y="3160993"/>
            <a:ext cx="90243" cy="902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19855" y="3388630"/>
            <a:ext cx="71596" cy="7159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921011" y="3608098"/>
            <a:ext cx="69285" cy="6928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921396" y="3826796"/>
            <a:ext cx="68516" cy="6851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27723" y="4051437"/>
            <a:ext cx="55861" cy="5586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175362" y="2738984"/>
            <a:ext cx="61010" cy="6101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170784" y="2952719"/>
            <a:ext cx="70166" cy="7016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172444" y="3172692"/>
            <a:ext cx="66845" cy="6684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66541" y="3385103"/>
            <a:ext cx="78650" cy="786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159092" y="3595967"/>
            <a:ext cx="93548" cy="9354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59618" y="3814805"/>
            <a:ext cx="92498" cy="9249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67815" y="4041316"/>
            <a:ext cx="76102" cy="7610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33220" y="2746629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33220" y="2964942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422398" y="3172433"/>
            <a:ext cx="67364" cy="6736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407860" y="3376208"/>
            <a:ext cx="96439" cy="9643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397454" y="3584116"/>
            <a:ext cx="117251" cy="11725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398268" y="3803242"/>
            <a:ext cx="115624" cy="11562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409480" y="4032767"/>
            <a:ext cx="93199" cy="9319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83433" y="2746629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683433" y="2964942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668855" y="3168677"/>
            <a:ext cx="74876" cy="7487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652260" y="3370396"/>
            <a:ext cx="108065" cy="10806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37107" y="3573555"/>
            <a:ext cx="138372" cy="13837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638664" y="3793425"/>
            <a:ext cx="135257" cy="13525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654225" y="4027299"/>
            <a:ext cx="104135" cy="10413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933646" y="2746629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933646" y="2964942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918776" y="3168385"/>
            <a:ext cx="75460" cy="7546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901989" y="3369911"/>
            <a:ext cx="109033" cy="10903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886063" y="3572298"/>
            <a:ext cx="140886" cy="14088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87802" y="3792350"/>
            <a:ext cx="137407" cy="13740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903989" y="4026850"/>
            <a:ext cx="105033" cy="10503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83859" y="2746629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83859" y="2964942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72229" y="3171625"/>
            <a:ext cx="68979" cy="6897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157305" y="3375014"/>
            <a:ext cx="98828" cy="9882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146258" y="3582280"/>
            <a:ext cx="120921" cy="12092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7147147" y="3801482"/>
            <a:ext cx="119144" cy="11914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58985" y="4031634"/>
            <a:ext cx="95467" cy="9546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227808" y="3040197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10104" y="2957901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769120" y="3738799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851416" y="3656503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594860" y="45445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over all attractors</a:t>
            </a:r>
            <a:endParaRPr lang="en-US" sz="1050" dirty="0"/>
          </a:p>
        </p:txBody>
      </p:sp>
      <p:sp>
        <p:nvSpPr>
          <p:cNvPr id="163" name="Shape 161"/>
          <p:cNvSpPr/>
          <p:nvPr/>
        </p:nvSpPr>
        <p:spPr>
          <a:xfrm>
            <a:off x="8412480" y="1851660"/>
            <a:ext cx="3429000" cy="342900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343900" y="1783080"/>
            <a:ext cx="3429000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343900" y="1783080"/>
            <a:ext cx="342900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599932" y="187452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8572500" y="2441448"/>
            <a:ext cx="2971800" cy="196596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896499" y="2733547"/>
            <a:ext cx="71883" cy="7188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878074" y="2933435"/>
            <a:ext cx="108734" cy="10873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859649" y="3133323"/>
            <a:ext cx="145584" cy="14558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864553" y="3356540"/>
            <a:ext cx="135777" cy="13577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82978" y="3593278"/>
            <a:ext cx="98926" cy="9892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8901403" y="3830016"/>
            <a:ext cx="62076" cy="6207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09581" y="4056507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159794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147369" y="2952517"/>
            <a:ext cx="70570" cy="7057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128944" y="3152405"/>
            <a:ext cx="107421" cy="10742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9110519" y="3352292"/>
            <a:ext cx="144271" cy="14427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9114109" y="3574196"/>
            <a:ext cx="137090" cy="13709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32534" y="3810934"/>
            <a:ext cx="100240" cy="10024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150960" y="4047672"/>
            <a:ext cx="63389" cy="6338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410007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9410007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9395011" y="3168258"/>
            <a:ext cx="75713" cy="7571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9376585" y="3368146"/>
            <a:ext cx="112564" cy="11256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358160" y="3568034"/>
            <a:ext cx="149414" cy="14941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366894" y="3795081"/>
            <a:ext cx="131947" cy="13194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385319" y="4031819"/>
            <a:ext cx="95097" cy="9509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660220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660220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56565" y="3179600"/>
            <a:ext cx="53031" cy="5303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638140" y="3379487"/>
            <a:ext cx="89881" cy="8988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619715" y="3579375"/>
            <a:ext cx="126732" cy="12673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605766" y="3783739"/>
            <a:ext cx="154629" cy="15462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624191" y="4020478"/>
            <a:ext cx="117779" cy="11777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9910433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910433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910433" y="3183255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894263" y="3385397"/>
            <a:ext cx="78061" cy="7806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875838" y="3585285"/>
            <a:ext cx="114912" cy="11491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857413" y="3785173"/>
            <a:ext cx="151762" cy="15176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9868494" y="4014567"/>
            <a:ext cx="129599" cy="12959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160647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160647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160647" y="3183255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144476" y="3385397"/>
            <a:ext cx="78061" cy="7806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26051" y="3585285"/>
            <a:ext cx="114912" cy="11491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107626" y="3785173"/>
            <a:ext cx="151762" cy="15176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118707" y="4014567"/>
            <a:ext cx="129599" cy="12959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410860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410860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407204" y="3179600"/>
            <a:ext cx="53031" cy="5303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388779" y="3379487"/>
            <a:ext cx="89881" cy="8988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370354" y="3579375"/>
            <a:ext cx="126732" cy="12673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356405" y="3783739"/>
            <a:ext cx="154629" cy="15462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374830" y="4020478"/>
            <a:ext cx="117779" cy="11777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661073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661073" y="296494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646076" y="3168258"/>
            <a:ext cx="75713" cy="7571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627651" y="3368146"/>
            <a:ext cx="112564" cy="11256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609226" y="3568034"/>
            <a:ext cx="149414" cy="14941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617959" y="3795081"/>
            <a:ext cx="131947" cy="13194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636384" y="4031819"/>
            <a:ext cx="95097" cy="9509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911286" y="2746629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898861" y="2952517"/>
            <a:ext cx="70570" cy="7057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880435" y="3152405"/>
            <a:ext cx="107421" cy="10742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862010" y="3352292"/>
            <a:ext cx="144271" cy="14427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865601" y="3574196"/>
            <a:ext cx="137090" cy="13709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884026" y="3810934"/>
            <a:ext cx="100240" cy="10024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902451" y="4047672"/>
            <a:ext cx="63389" cy="6338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148417" y="2733547"/>
            <a:ext cx="71883" cy="7188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129992" y="2933435"/>
            <a:ext cx="108734" cy="10873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111567" y="3133323"/>
            <a:ext cx="145584" cy="14558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1116471" y="3356540"/>
            <a:ext cx="135777" cy="13577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134896" y="3593278"/>
            <a:ext cx="98926" cy="9892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1153321" y="3830016"/>
            <a:ext cx="62076" cy="6207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1161499" y="4056507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1255" y="302922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735263" y="309296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799271" y="315637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863279" y="3219096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27287" y="328080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991295" y="334117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055303" y="3399882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19311" y="3456609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83319" y="351105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247327" y="3562933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311335" y="3611962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375343" y="365788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439351" y="370044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03359" y="373943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567367" y="3774626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631375" y="380584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9695383" y="383291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9759391" y="3855705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9823399" y="387408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9887407" y="3887950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951415" y="389723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015423" y="390189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079431" y="390189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143439" y="389723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207447" y="3887950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271455" y="387408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335463" y="3855705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399471" y="383291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463479" y="380584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527487" y="3774626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591495" y="373943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655503" y="370044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719511" y="365788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783519" y="3611962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847527" y="3562933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911535" y="351105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975543" y="3456609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039551" y="3399882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1103559" y="334117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1167567" y="3280807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1231575" y="3219096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1295583" y="3156371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1359591" y="3092968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1423599" y="3029224"/>
            <a:ext cx="21946" cy="2194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8572500" y="45445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to nearest point on the curve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FALLOFF IS THE FUNCTION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your decision. It is where the graphic quality actually comes from.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78308" y="1805940"/>
            <a:ext cx="269748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1737360"/>
            <a:ext cx="269748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1737360"/>
            <a:ext cx="269748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810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21208" y="2395728"/>
            <a:ext cx="0" cy="137160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208" y="3767328"/>
            <a:ext cx="1920240" cy="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" y="3747211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034" y="3702966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978" y="3658721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6921" y="3614476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64" y="3570231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807" y="3525985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2751" y="3481740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4694" y="3437495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37" y="3393250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8580" y="3349005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0523" y="3304760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2467" y="3260514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44410" y="3216269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06353" y="3172024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8296" y="3127779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0240" y="3083534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92183" y="3039289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126" y="2995043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6069" y="2950798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78012" y="2906553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9956" y="2862308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801899" y="2818063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63842" y="2773818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25785" y="2729572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87729" y="2685327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49672" y="2641082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11615" y="2596837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73558" y="2552592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35502" y="2508347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97445" y="2464102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59388" y="2419856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21331" y="2375611"/>
            <a:ext cx="40234" cy="40234"/>
          </a:xfrm>
          <a:prstGeom prst="ellipse">
            <a:avLst/>
          </a:prstGeom>
          <a:solidFill>
            <a:srgbClr val="00D9E1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8328" y="4133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8328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change all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across.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59836" y="1805940"/>
            <a:ext cx="269748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91256" y="1737360"/>
            <a:ext cx="269748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91256" y="1737360"/>
            <a:ext cx="269748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19856" y="1810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602736" y="2395728"/>
            <a:ext cx="0" cy="137160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02736" y="3767328"/>
            <a:ext cx="1920240" cy="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82619" y="237561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44562" y="237561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06506" y="237561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68449" y="237561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30392" y="247162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92335" y="272674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54279" y="2896819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16222" y="3018304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78165" y="3109417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40108" y="318028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2051" y="3236976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63995" y="3283361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25938" y="3322015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87881" y="335472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49824" y="3382757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11768" y="3407054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3711" y="3428314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5654" y="344707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597" y="3463747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59540" y="3478666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21484" y="3492094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83427" y="3504242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45370" y="3515286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07313" y="3525370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69257" y="353461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31200" y="3543117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93143" y="3550967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55086" y="3558235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17030" y="3564984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78973" y="3571268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40916" y="3577133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02859" y="3582619"/>
            <a:ext cx="40234" cy="40234"/>
          </a:xfrm>
          <a:prstGeom prst="ellipse">
            <a:avLst/>
          </a:prstGeom>
          <a:solidFill>
            <a:srgbClr val="C6F03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02736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419856" y="4133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1 / d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419856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near the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attractor, flat far off.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6341364" y="1805940"/>
            <a:ext cx="269748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72784" y="1737360"/>
            <a:ext cx="269748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72784" y="1737360"/>
            <a:ext cx="269748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01384" y="1810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6684264" y="2395728"/>
            <a:ext cx="0" cy="137160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684264" y="3767328"/>
            <a:ext cx="1920240" cy="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64147" y="374721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726090" y="374302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88034" y="373082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49977" y="371116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911920" y="3684596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73863" y="3651677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035807" y="3612956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97750" y="3568987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159693" y="3520322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221636" y="3467514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283579" y="3411114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345523" y="3351675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07466" y="3289750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469409" y="3225892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531352" y="3160652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93296" y="3094584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655239" y="3028239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717182" y="2962170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779125" y="289693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41068" y="2833072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03012" y="2771147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964955" y="2711709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026898" y="2655309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088841" y="2602500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50785" y="2553835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12728" y="2509866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274671" y="2471146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336614" y="2438227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398558" y="241166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460501" y="2392002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22444" y="237980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584387" y="2375611"/>
            <a:ext cx="40234" cy="40234"/>
          </a:xfrm>
          <a:prstGeom prst="ellipse">
            <a:avLst/>
          </a:prstGeom>
          <a:solidFill>
            <a:srgbClr val="FFE5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684264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</a:t>
            </a:r>
            <a:endParaRPr lang="en-US" sz="850" dirty="0"/>
          </a:p>
        </p:txBody>
      </p:sp>
      <p:sp>
        <p:nvSpPr>
          <p:cNvPr id="126" name="Text 124"/>
          <p:cNvSpPr/>
          <p:nvPr/>
        </p:nvSpPr>
        <p:spPr>
          <a:xfrm>
            <a:off x="6501384" y="4133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eased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6501384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at both ends.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best-looking.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9422892" y="1805940"/>
            <a:ext cx="269748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354312" y="1737360"/>
            <a:ext cx="269748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354312" y="1737360"/>
            <a:ext cx="269748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582912" y="18105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132" name="Shape 130"/>
          <p:cNvSpPr/>
          <p:nvPr/>
        </p:nvSpPr>
        <p:spPr>
          <a:xfrm>
            <a:off x="9765792" y="2395728"/>
            <a:ext cx="0" cy="137160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65792" y="3767328"/>
            <a:ext cx="1920240" cy="0"/>
          </a:xfrm>
          <a:prstGeom prst="line">
            <a:avLst/>
          </a:prstGeom>
          <a:noFill/>
          <a:ln w="19050">
            <a:solidFill>
              <a:srgbClr val="B4B4A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745675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07618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869562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931505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993448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0055391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117335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179278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241221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303164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365107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427051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0488994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0550937" y="37472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612880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674824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736767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798710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860653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922596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984540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1046483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1108426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1170369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1232313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1294256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356199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1418142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80086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542029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603972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665915" y="2375611"/>
            <a:ext cx="40234" cy="40234"/>
          </a:xfrm>
          <a:prstGeom prst="ellipse">
            <a:avLst/>
          </a:prstGeom>
          <a:solidFill>
            <a:srgbClr val="FF4D8D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765792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→</a:t>
            </a:r>
            <a:endParaRPr lang="en-US" sz="850" dirty="0"/>
          </a:p>
        </p:txBody>
      </p:sp>
      <p:sp>
        <p:nvSpPr>
          <p:cNvPr id="167" name="Text 165"/>
          <p:cNvSpPr/>
          <p:nvPr/>
        </p:nvSpPr>
        <p:spPr>
          <a:xfrm>
            <a:off x="9582912" y="41330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/ off at a cut</a:t>
            </a:r>
            <a:endParaRPr lang="en-US" sz="1100" dirty="0"/>
          </a:p>
        </p:txBody>
      </p:sp>
      <p:sp>
        <p:nvSpPr>
          <p:cNvPr id="168" name="Text 166"/>
          <p:cNvSpPr/>
          <p:nvPr/>
        </p:nvSpPr>
        <p:spPr>
          <a:xfrm>
            <a:off x="9582912" y="4434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at all.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populations.</a:t>
            </a:r>
            <a:endParaRPr lang="en-US" sz="1050" dirty="0"/>
          </a:p>
        </p:txBody>
      </p:sp>
      <p:sp>
        <p:nvSpPr>
          <p:cNvPr id="169" name="Shape 167"/>
          <p:cNvSpPr/>
          <p:nvPr/>
        </p:nvSpPr>
        <p:spPr>
          <a:xfrm>
            <a:off x="662940" y="5234940"/>
            <a:ext cx="1097280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94360" y="5166360"/>
            <a:ext cx="10972800" cy="77724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14400" y="535838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with the same attractor and different falloff produce completely different images. This is a design decision, not a setting.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comes out in model units. Your property needs a specific range. Remap is the bridge.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97380"/>
            <a:ext cx="5852160" cy="301752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85216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395728"/>
            <a:ext cx="521208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603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 = (d − dmin) / (dmax − dmin)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outmin + t × (outmax − outmin)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 0 … 8.4 units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 0.1 … 1.0 radius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26580" y="1897380"/>
            <a:ext cx="4709160" cy="301752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1828800"/>
            <a:ext cx="4709160" cy="30175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SUBTRACT. DIVIDE.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spc="-3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MULTIPLY. ADD.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78040" y="2852928"/>
            <a:ext cx="43891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01752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new. It is the arithmetic from Week 2, applied to a distance instead of a coordinate.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ranges wrong and everything is the same size, or one element swallows the sheet.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" y="5189220"/>
            <a:ext cx="10972800" cy="822960"/>
          </a:xfrm>
          <a:prstGeom prst="rect">
            <a:avLst/>
          </a:prstGeom>
          <a:solidFill>
            <a:srgbClr val="FFE500"/>
          </a:solidFill>
          <a:ln w="6350">
            <a:solidFill>
              <a:srgbClr val="FFE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21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REQUIRES YOUR REMAP RANGES DOCUMENTED ON THE SHEET — INPUT RANGE IN, OUTPUT RANGE OUT.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ATTRACTORS, THREE ANSWERS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than one attractor each point has a list of distances. How you reduce it is a design choice.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51660"/>
            <a:ext cx="342900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783080"/>
            <a:ext cx="342900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1783080"/>
            <a:ext cx="34290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51660" y="191109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one wins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" y="2441448"/>
            <a:ext cx="2971800" cy="228600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6000" y="2749466"/>
            <a:ext cx="91100" cy="911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6823" y="2965841"/>
            <a:ext cx="109453" cy="10945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940" y="3189510"/>
            <a:ext cx="113220" cy="1132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1768" y="3421890"/>
            <a:ext cx="99565" cy="9956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181" y="3658855"/>
            <a:ext cx="76739" cy="767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364" y="3897590"/>
            <a:ext cx="50372" cy="5037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8690" y="412546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690" y="4351020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6179" y="2743331"/>
            <a:ext cx="103370" cy="10337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698" y="2956402"/>
            <a:ext cx="128332" cy="12833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30426" y="3178682"/>
            <a:ext cx="134875" cy="13487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0821" y="3414629"/>
            <a:ext cx="114086" cy="1140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4595" y="3653955"/>
            <a:ext cx="86539" cy="865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67" y="3893979"/>
            <a:ext cx="57594" cy="5759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5004" y="412546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004" y="4351020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0122" y="2740960"/>
            <a:ext cx="108112" cy="10811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55124" y="2951514"/>
            <a:ext cx="138108" cy="13810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49125" y="3171067"/>
            <a:ext cx="150107" cy="15010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64123" y="3411617"/>
            <a:ext cx="120111" cy="12011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9121" y="3652167"/>
            <a:ext cx="90114" cy="9011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94119" y="3892717"/>
            <a:ext cx="60118" cy="601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01318" y="412546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01318" y="4351020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8807" y="2743331"/>
            <a:ext cx="103370" cy="10337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86326" y="2956402"/>
            <a:ext cx="128332" cy="12833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83054" y="3178682"/>
            <a:ext cx="134875" cy="13487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93449" y="3414629"/>
            <a:ext cx="114086" cy="1140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07223" y="3653955"/>
            <a:ext cx="86539" cy="865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21695" y="3893979"/>
            <a:ext cx="57594" cy="5759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27632" y="412546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27632" y="4351020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31256" y="2749466"/>
            <a:ext cx="91100" cy="911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22079" y="2965841"/>
            <a:ext cx="109453" cy="10945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0196" y="3189510"/>
            <a:ext cx="113220" cy="1132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7024" y="3421890"/>
            <a:ext cx="99565" cy="9956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38437" y="3658855"/>
            <a:ext cx="76739" cy="767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42472" y="3888442"/>
            <a:ext cx="68668" cy="68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43456" y="4114978"/>
            <a:ext cx="66700" cy="667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48969" y="4346043"/>
            <a:ext cx="55673" cy="5567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65862" y="2757758"/>
            <a:ext cx="74516" cy="7451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58908" y="2976356"/>
            <a:ext cx="88423" cy="8842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57612" y="3200612"/>
            <a:ext cx="91017" cy="9101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62541" y="3431093"/>
            <a:ext cx="81159" cy="8115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62541" y="3656645"/>
            <a:ext cx="81159" cy="8115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57612" y="3877268"/>
            <a:ext cx="91017" cy="9101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58908" y="4104116"/>
            <a:ext cx="88423" cy="8842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65862" y="4336622"/>
            <a:ext cx="74516" cy="7451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01597" y="2767179"/>
            <a:ext cx="55673" cy="5567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96084" y="2987218"/>
            <a:ext cx="66700" cy="667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95100" y="3211786"/>
            <a:ext cx="68668" cy="6866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91065" y="3433303"/>
            <a:ext cx="76739" cy="767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9652" y="3647442"/>
            <a:ext cx="99565" cy="9956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824" y="3866166"/>
            <a:ext cx="113220" cy="1132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4707" y="4093601"/>
            <a:ext cx="109453" cy="10945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83884" y="4328330"/>
            <a:ext cx="91100" cy="911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32888" y="2772156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32888" y="299770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26951" y="3217323"/>
            <a:ext cx="57594" cy="5759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12479" y="3428403"/>
            <a:ext cx="86539" cy="865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98705" y="3640181"/>
            <a:ext cx="114086" cy="1140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88310" y="3855338"/>
            <a:ext cx="134875" cy="13487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491582" y="4084162"/>
            <a:ext cx="128332" cy="12833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04063" y="4322195"/>
            <a:ext cx="103370" cy="10337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59202" y="2772156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59202" y="299770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52003" y="3216061"/>
            <a:ext cx="60118" cy="6011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37005" y="3426615"/>
            <a:ext cx="90114" cy="9011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2007" y="3637169"/>
            <a:ext cx="120111" cy="120111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07009" y="3847723"/>
            <a:ext cx="150107" cy="150107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13008" y="4079274"/>
            <a:ext cx="138108" cy="138108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8006" y="4319824"/>
            <a:ext cx="108112" cy="10811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985516" y="2772156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85516" y="299770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79579" y="3217323"/>
            <a:ext cx="57594" cy="57594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65107" y="3428403"/>
            <a:ext cx="86539" cy="865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51333" y="3640181"/>
            <a:ext cx="114086" cy="114086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40938" y="3855338"/>
            <a:ext cx="134875" cy="13487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944210" y="4084162"/>
            <a:ext cx="128332" cy="12833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56691" y="4322195"/>
            <a:ext cx="103370" cy="10337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11830" y="2772156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211830" y="2997708"/>
            <a:ext cx="45720" cy="457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209504" y="3220934"/>
            <a:ext cx="50372" cy="50372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96321" y="3433303"/>
            <a:ext cx="76739" cy="76739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4908" y="3647442"/>
            <a:ext cx="99565" cy="99565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78080" y="3866166"/>
            <a:ext cx="113220" cy="11322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79963" y="4093601"/>
            <a:ext cx="109453" cy="109453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189140" y="4328330"/>
            <a:ext cx="91100" cy="91100"/>
          </a:xfrm>
          <a:prstGeom prst="ellipse">
            <a:avLst/>
          </a:prstGeom>
          <a:solidFill>
            <a:srgbClr val="00D9E1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341882" y="3178454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24178" y="3096158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699766" y="3990442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82062" y="3908146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34840" y="1851660"/>
            <a:ext cx="342900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366260" y="1783080"/>
            <a:ext cx="342900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366260" y="1783080"/>
            <a:ext cx="342900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22292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5829300" y="191109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farthest one wins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594860" y="2441448"/>
            <a:ext cx="2971800" cy="228600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26330" y="2772156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26330" y="2997708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23970" y="3220900"/>
            <a:ext cx="50441" cy="5044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918192" y="3440674"/>
            <a:ext cx="61996" cy="6199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914269" y="3662303"/>
            <a:ext cx="69843" cy="698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912465" y="3886051"/>
            <a:ext cx="73450" cy="734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12919" y="4112057"/>
            <a:ext cx="72541" cy="7254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915597" y="4340287"/>
            <a:ext cx="67187" cy="6718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152644" y="2772156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149442" y="2994506"/>
            <a:ext cx="52123" cy="5212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41429" y="3212045"/>
            <a:ext cx="68150" cy="681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35002" y="3431170"/>
            <a:ext cx="81003" cy="8100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30577" y="3652297"/>
            <a:ext cx="89854" cy="8985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128523" y="3875795"/>
            <a:ext cx="93962" cy="9396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129042" y="4101866"/>
            <a:ext cx="92924" cy="9292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132081" y="4330457"/>
            <a:ext cx="86846" cy="8684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378036" y="2771234"/>
            <a:ext cx="47563" cy="4756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368060" y="2986810"/>
            <a:ext cx="67517" cy="6751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359243" y="3203545"/>
            <a:ext cx="85150" cy="851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352032" y="3421886"/>
            <a:ext cx="99572" cy="9957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346969" y="3642375"/>
            <a:ext cx="109698" cy="10969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344586" y="3865544"/>
            <a:ext cx="114464" cy="11446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345190" y="4091700"/>
            <a:ext cx="113255" cy="11325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55404" y="4327466"/>
            <a:ext cx="92827" cy="9282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598048" y="2764932"/>
            <a:ext cx="60167" cy="6016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587271" y="2979707"/>
            <a:ext cx="81722" cy="8172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577545" y="3195533"/>
            <a:ext cx="101174" cy="10117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69382" y="3412922"/>
            <a:ext cx="117499" cy="11749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563491" y="3632583"/>
            <a:ext cx="129282" cy="12928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560657" y="3855301"/>
            <a:ext cx="134950" cy="1349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568914" y="4089110"/>
            <a:ext cx="118437" cy="11843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582442" y="4328190"/>
            <a:ext cx="91381" cy="9138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818853" y="2759423"/>
            <a:ext cx="71186" cy="7118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807253" y="2973375"/>
            <a:ext cx="94386" cy="9438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796527" y="3188201"/>
            <a:ext cx="115838" cy="11583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787221" y="3404447"/>
            <a:ext cx="134451" cy="13445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780228" y="3623006"/>
            <a:ext cx="148436" cy="14843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785094" y="3853424"/>
            <a:ext cx="138704" cy="13870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797818" y="4091700"/>
            <a:ext cx="113255" cy="11325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810883" y="4330317"/>
            <a:ext cx="87126" cy="8712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040616" y="2754872"/>
            <a:ext cx="80288" cy="8028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28227" y="2968035"/>
            <a:ext cx="105067" cy="10506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16463" y="3181823"/>
            <a:ext cx="128594" cy="12859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05829" y="3396741"/>
            <a:ext cx="149861" cy="14986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05829" y="3622293"/>
            <a:ext cx="149861" cy="14986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16463" y="3858479"/>
            <a:ext cx="128594" cy="12859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28227" y="4095795"/>
            <a:ext cx="105067" cy="10506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40616" y="4333736"/>
            <a:ext cx="80288" cy="8028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263511" y="2751453"/>
            <a:ext cx="87126" cy="8712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250446" y="2963940"/>
            <a:ext cx="113255" cy="11325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37722" y="3176768"/>
            <a:ext cx="138704" cy="13870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232856" y="3397454"/>
            <a:ext cx="148436" cy="14843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239849" y="3629999"/>
            <a:ext cx="134451" cy="13445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249155" y="3864857"/>
            <a:ext cx="115838" cy="11583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259881" y="4101135"/>
            <a:ext cx="94386" cy="9438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271481" y="4338287"/>
            <a:ext cx="71186" cy="7118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487698" y="2749326"/>
            <a:ext cx="91381" cy="9138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74170" y="2961350"/>
            <a:ext cx="118437" cy="11843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65913" y="3178645"/>
            <a:ext cx="134950" cy="1349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468747" y="3407031"/>
            <a:ext cx="129282" cy="12928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474638" y="3638474"/>
            <a:ext cx="117499" cy="117499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482801" y="3872189"/>
            <a:ext cx="101174" cy="10117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492527" y="4107467"/>
            <a:ext cx="81722" cy="8172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503304" y="4343796"/>
            <a:ext cx="60167" cy="6016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713288" y="2748602"/>
            <a:ext cx="92827" cy="9282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703074" y="2963940"/>
            <a:ext cx="113255" cy="113255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702470" y="3188888"/>
            <a:ext cx="114464" cy="11446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704853" y="3416823"/>
            <a:ext cx="109698" cy="109698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709916" y="3647438"/>
            <a:ext cx="99572" cy="9957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717127" y="3880201"/>
            <a:ext cx="85150" cy="851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725944" y="4114570"/>
            <a:ext cx="67517" cy="6751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735920" y="4350098"/>
            <a:ext cx="47563" cy="4756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942593" y="2751593"/>
            <a:ext cx="86846" cy="8684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939554" y="2974106"/>
            <a:ext cx="92924" cy="9292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939035" y="3199139"/>
            <a:ext cx="93962" cy="93962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941089" y="3426745"/>
            <a:ext cx="89854" cy="89854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945514" y="3656722"/>
            <a:ext cx="81003" cy="8100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951941" y="3888701"/>
            <a:ext cx="68150" cy="681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59954" y="4122266"/>
            <a:ext cx="52123" cy="5212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63156" y="4351020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78737" y="2761423"/>
            <a:ext cx="67187" cy="67187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76059" y="2984297"/>
            <a:ext cx="72541" cy="7254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175605" y="3209395"/>
            <a:ext cx="73450" cy="7345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177409" y="3436751"/>
            <a:ext cx="69843" cy="69843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181332" y="3666226"/>
            <a:ext cx="61996" cy="61996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87110" y="3897556"/>
            <a:ext cx="50441" cy="50441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89470" y="4125468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189470" y="4351020"/>
            <a:ext cx="45720" cy="45720"/>
          </a:xfrm>
          <a:prstGeom prst="ellipse">
            <a:avLst/>
          </a:prstGeom>
          <a:solidFill>
            <a:srgbClr val="C6F03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319522" y="3178454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401818" y="3096158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6677406" y="3990442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759702" y="3908146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412480" y="1851660"/>
            <a:ext cx="342900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343900" y="1783080"/>
            <a:ext cx="342900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43900" y="1783080"/>
            <a:ext cx="342900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8599932" y="1874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</a:t>
            </a:r>
            <a:endParaRPr lang="en-US" sz="1300" dirty="0"/>
          </a:p>
        </p:txBody>
      </p:sp>
      <p:sp>
        <p:nvSpPr>
          <p:cNvPr id="205" name="Text 203"/>
          <p:cNvSpPr/>
          <p:nvPr/>
        </p:nvSpPr>
        <p:spPr>
          <a:xfrm>
            <a:off x="9806940" y="191109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multiplied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8572500" y="2441448"/>
            <a:ext cx="2971800" cy="2286000"/>
          </a:xfrm>
          <a:prstGeom prst="rect">
            <a:avLst/>
          </a:prstGeom>
          <a:solidFill>
            <a:srgbClr val="F4F4EE"/>
          </a:solidFill>
          <a:ln w="19050">
            <a:solidFill>
              <a:srgbClr val="C9C9C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8903970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8890038" y="2983776"/>
            <a:ext cx="73584" cy="7358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8883935" y="3203225"/>
            <a:ext cx="85791" cy="8579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8891913" y="3436755"/>
            <a:ext cx="69834" cy="6983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903970" y="3674364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8903970" y="389991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8903970" y="412546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8903970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9122100" y="2763972"/>
            <a:ext cx="62088" cy="620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9097955" y="2965379"/>
            <a:ext cx="110377" cy="11037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9091121" y="3184097"/>
            <a:ext cx="124047" cy="12404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103696" y="3422224"/>
            <a:ext cx="98897" cy="9889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119381" y="3663461"/>
            <a:ext cx="67527" cy="6752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9130284" y="389991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130284" y="412546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130284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341268" y="2756826"/>
            <a:ext cx="76379" cy="7637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315152" y="2956262"/>
            <a:ext cx="128611" cy="12861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305764" y="3172426"/>
            <a:ext cx="147388" cy="1473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322897" y="3415111"/>
            <a:ext cx="113123" cy="11312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337607" y="3655373"/>
            <a:ext cx="83703" cy="8370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351989" y="3895307"/>
            <a:ext cx="54938" cy="5493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356598" y="412546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356598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568437" y="2757681"/>
            <a:ext cx="74671" cy="7467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9546703" y="2961499"/>
            <a:ext cx="118137" cy="11813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9540340" y="3180688"/>
            <a:ext cx="130864" cy="13086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9549325" y="3415225"/>
            <a:ext cx="112895" cy="112895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9559821" y="3651273"/>
            <a:ext cx="91903" cy="9190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9570772" y="3887776"/>
            <a:ext cx="69999" cy="6999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9582912" y="412546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9582912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9800853" y="2763783"/>
            <a:ext cx="62467" cy="6246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782905" y="2971387"/>
            <a:ext cx="98361" cy="9836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776408" y="3190442"/>
            <a:ext cx="111356" cy="11135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778792" y="3418378"/>
            <a:ext cx="106588" cy="1065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783952" y="3649090"/>
            <a:ext cx="96268" cy="9626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790780" y="3881470"/>
            <a:ext cx="82612" cy="8261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801630" y="4117872"/>
            <a:ext cx="60913" cy="6091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809226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035540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018867" y="2981035"/>
            <a:ext cx="79066" cy="7906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010575" y="3198295"/>
            <a:ext cx="95651" cy="9565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008107" y="3421379"/>
            <a:ext cx="100586" cy="10058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008107" y="3646931"/>
            <a:ext cx="100586" cy="10058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010575" y="3874951"/>
            <a:ext cx="95651" cy="9565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018867" y="4108795"/>
            <a:ext cx="79066" cy="7906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0035540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0261854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0254258" y="2990112"/>
            <a:ext cx="60913" cy="6091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243408" y="3204814"/>
            <a:ext cx="82612" cy="82612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236580" y="3423538"/>
            <a:ext cx="96268" cy="9626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231420" y="3643930"/>
            <a:ext cx="106588" cy="1065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229036" y="3867098"/>
            <a:ext cx="111356" cy="111356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235533" y="4099147"/>
            <a:ext cx="98361" cy="9836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253481" y="4342647"/>
            <a:ext cx="62467" cy="6246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488168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488168" y="299770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476028" y="3211120"/>
            <a:ext cx="69999" cy="6999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465077" y="3425721"/>
            <a:ext cx="91903" cy="9190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454581" y="3640777"/>
            <a:ext cx="112895" cy="112895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445596" y="3857344"/>
            <a:ext cx="130864" cy="13086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451959" y="4089259"/>
            <a:ext cx="118137" cy="11813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473693" y="4336545"/>
            <a:ext cx="74671" cy="7467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714482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714482" y="299770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709873" y="3218651"/>
            <a:ext cx="54938" cy="5493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695491" y="3429821"/>
            <a:ext cx="83703" cy="8370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680781" y="3640663"/>
            <a:ext cx="113123" cy="113123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663648" y="3849082"/>
            <a:ext cx="147388" cy="1473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673036" y="4084022"/>
            <a:ext cx="128611" cy="12861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699152" y="4335690"/>
            <a:ext cx="76379" cy="76379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940796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0940796" y="299770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0940796" y="322326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929893" y="3437909"/>
            <a:ext cx="67527" cy="6752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10914208" y="3647776"/>
            <a:ext cx="98897" cy="9889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10901633" y="3860753"/>
            <a:ext cx="124047" cy="12404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908467" y="4093139"/>
            <a:ext cx="110377" cy="110377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932612" y="4342836"/>
            <a:ext cx="62088" cy="62088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1167110" y="2772156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1167110" y="2997708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1167110" y="322326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1167110" y="3448812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1155053" y="3662307"/>
            <a:ext cx="69834" cy="6983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1147075" y="3879881"/>
            <a:ext cx="85791" cy="85791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1153178" y="4111536"/>
            <a:ext cx="73584" cy="73584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1167110" y="4351020"/>
            <a:ext cx="45720" cy="45720"/>
          </a:xfrm>
          <a:prstGeom prst="ellipse">
            <a:avLst/>
          </a:prstGeom>
          <a:solidFill>
            <a:srgbClr val="FF4D8D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297162" y="3178454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379458" y="3096158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0655046" y="3990442"/>
            <a:ext cx="164592" cy="0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0737342" y="3908146"/>
            <a:ext cx="0" cy="164592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62940" y="5280660"/>
            <a:ext cx="10972800" cy="7772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94360" y="5212080"/>
            <a:ext cx="10972800" cy="77724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914400" y="540410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attractors in all three. Only the reduction changed — territories, a single central blob, or two peaks with a pinch between them.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UNDERNEATH, IT IS LISTS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distances, sizes. Three lists, same length, same 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97380"/>
            <a:ext cx="2011680" cy="301752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20116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201168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01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432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p₃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2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4261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2679192" y="3154680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4660" y="1897380"/>
            <a:ext cx="2011680" cy="301752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1828800"/>
            <a:ext cx="20116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1828800"/>
            <a:ext cx="201168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1901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03320" y="2432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10896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10896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10896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108960" y="42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4261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 rot="5400000">
            <a:off x="5010912" y="3154680"/>
            <a:ext cx="310896" cy="365760"/>
          </a:xfrm>
          <a:prstGeom prst="triangle">
            <a:avLst/>
          </a:prstGeom>
          <a:solidFill>
            <a:srgbClr val="FFE5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26380" y="1897380"/>
            <a:ext cx="2011680" cy="301752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1828800"/>
            <a:ext cx="20116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1828800"/>
            <a:ext cx="201168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19019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2432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035040" y="2432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0.42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40680" y="2889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3504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40680" y="3346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33467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40680" y="3803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35040" y="3803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0.28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440680" y="42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035040" y="42611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0.71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886700" y="1897380"/>
            <a:ext cx="3749040" cy="301752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18120" y="1828800"/>
            <a:ext cx="3749040" cy="30175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440" y="20299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LISTS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92440" y="2395728"/>
            <a:ext cx="3200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92440" y="2542032"/>
            <a:ext cx="3200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[2] in every list describes the same element. Break that correspondence — by sorting or culling one of them — and the sizes attach to the wrong points.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“managing lists” means, and it is next week's whole subject.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62940" y="5189220"/>
            <a:ext cx="10972800" cy="82296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4400" y="53218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field looks scrambled, it is almost always a list that got reordered somewhere upstream.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TWO LISTS MEET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points, 2 attractors. How do they pair up? The software decides — unless you decide.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5940"/>
            <a:ext cx="3429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" y="1737360"/>
            <a:ext cx="3429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" y="1737360"/>
            <a:ext cx="3429000" cy="47548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" y="1819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LONGEST LIST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01852" y="2496312"/>
            <a:ext cx="2002536" cy="0"/>
          </a:xfrm>
          <a:prstGeom prst="line">
            <a:avLst/>
          </a:prstGeom>
          <a:noFill/>
          <a:ln w="22225">
            <a:solidFill>
              <a:srgbClr val="00D9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" y="2880360"/>
            <a:ext cx="2002536" cy="0"/>
          </a:xfrm>
          <a:prstGeom prst="line">
            <a:avLst/>
          </a:prstGeom>
          <a:noFill/>
          <a:ln w="22225">
            <a:solidFill>
              <a:srgbClr val="00D9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1852" y="3264408"/>
            <a:ext cx="2002536" cy="-384048"/>
          </a:xfrm>
          <a:prstGeom prst="line">
            <a:avLst/>
          </a:prstGeom>
          <a:noFill/>
          <a:ln w="22225">
            <a:solidFill>
              <a:srgbClr val="00D9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1852" y="3648456"/>
            <a:ext cx="2002536" cy="-768096"/>
          </a:xfrm>
          <a:prstGeom prst="line">
            <a:avLst/>
          </a:prstGeom>
          <a:noFill/>
          <a:ln w="22225">
            <a:solidFill>
              <a:srgbClr val="00D9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" y="2377440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9244" y="2761488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9244" y="3145536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" y="317296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9244" y="3529584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35570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04388" y="2377440"/>
            <a:ext cx="292608" cy="237744"/>
          </a:xfrm>
          <a:prstGeom prst="rect">
            <a:avLst/>
          </a:prstGeom>
          <a:solidFill>
            <a:srgbClr val="00D9E1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4388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04388" y="2761488"/>
            <a:ext cx="292608" cy="237744"/>
          </a:xfrm>
          <a:prstGeom prst="rect">
            <a:avLst/>
          </a:prstGeom>
          <a:solidFill>
            <a:srgbClr val="00D9E1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4388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6908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4892" y="3931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ATTRACTORS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6364" y="4133088"/>
            <a:ext cx="2953512" cy="384048"/>
          </a:xfrm>
          <a:prstGeom prst="rect">
            <a:avLst/>
          </a:prstGeom>
          <a:solidFill>
            <a:srgbClr val="00D9E1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" y="42153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" y="4626864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list repeats its last item to keep up.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34840" y="1805940"/>
            <a:ext cx="3429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66260" y="1737360"/>
            <a:ext cx="3429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6260" y="1737360"/>
            <a:ext cx="3429000" cy="47548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04004" y="1819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LIST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79492" y="2496312"/>
            <a:ext cx="2002536" cy="0"/>
          </a:xfrm>
          <a:prstGeom prst="line">
            <a:avLst/>
          </a:prstGeom>
          <a:noFill/>
          <a:ln w="22225">
            <a:solidFill>
              <a:srgbClr val="FFE5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9492" y="2880360"/>
            <a:ext cx="2002536" cy="0"/>
          </a:xfrm>
          <a:prstGeom prst="line">
            <a:avLst/>
          </a:prstGeom>
          <a:noFill/>
          <a:ln w="22225">
            <a:solidFill>
              <a:srgbClr val="FFE5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6884" y="2377440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6884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86884" y="2761488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6884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86884" y="3145536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86884" y="317296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86884" y="3529584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6884" y="35570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82028" y="2377440"/>
            <a:ext cx="292608" cy="237744"/>
          </a:xfrm>
          <a:prstGeom prst="rect">
            <a:avLst/>
          </a:prstGeom>
          <a:solidFill>
            <a:srgbClr val="FFE500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2028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082028" y="2761488"/>
            <a:ext cx="292608" cy="237744"/>
          </a:xfrm>
          <a:prstGeom prst="rect">
            <a:avLst/>
          </a:prstGeom>
          <a:solidFill>
            <a:srgbClr val="FFE500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2028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84548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542532" y="3931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ATTRACTORS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04004" y="4133088"/>
            <a:ext cx="2953512" cy="384048"/>
          </a:xfrm>
          <a:prstGeom prst="rect">
            <a:avLst/>
          </a:prstGeom>
          <a:solidFill>
            <a:srgbClr val="FFE5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04004" y="42153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results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04004" y="4626864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the short list runs out. Two points get nothing.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412480" y="1805940"/>
            <a:ext cx="3429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43900" y="1737360"/>
            <a:ext cx="3429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43900" y="1737360"/>
            <a:ext cx="3429000" cy="47548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81644" y="1819656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REFERENCE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9057132" y="2496312"/>
            <a:ext cx="2002536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57132" y="2496312"/>
            <a:ext cx="2002536" cy="384048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57132" y="2880360"/>
            <a:ext cx="2002536" cy="-384048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7132" y="2880360"/>
            <a:ext cx="2002536" cy="0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57132" y="3264408"/>
            <a:ext cx="2002536" cy="-768096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57132" y="3264408"/>
            <a:ext cx="2002536" cy="-384048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057132" y="3648456"/>
            <a:ext cx="2002536" cy="-1152144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57132" y="3648456"/>
            <a:ext cx="2002536" cy="-768096"/>
          </a:xfrm>
          <a:prstGeom prst="line">
            <a:avLst/>
          </a:prstGeom>
          <a:noFill/>
          <a:ln w="22225">
            <a:solidFill>
              <a:srgbClr val="FF4D8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64524" y="2377440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64524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764524" y="2761488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64524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764524" y="3145536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64524" y="317296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764524" y="3529584"/>
            <a:ext cx="292608" cy="23774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764524" y="35570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1059668" y="2377440"/>
            <a:ext cx="292608" cy="237744"/>
          </a:xfrm>
          <a:prstGeom prst="rect">
            <a:avLst/>
          </a:prstGeom>
          <a:solidFill>
            <a:srgbClr val="FF4D8D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059668" y="240487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059668" y="2761488"/>
            <a:ext cx="292608" cy="237744"/>
          </a:xfrm>
          <a:prstGeom prst="rect">
            <a:avLst/>
          </a:prstGeom>
          <a:solidFill>
            <a:srgbClr val="FF4D8D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059668" y="27889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62188" y="393192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0520172" y="3931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ATTRACTORS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581644" y="4133088"/>
            <a:ext cx="2953512" cy="384048"/>
          </a:xfrm>
          <a:prstGeom prst="rect">
            <a:avLst/>
          </a:prstGeom>
          <a:solidFill>
            <a:srgbClr val="FF4D8D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81644" y="4215384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results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581644" y="4626864"/>
            <a:ext cx="2953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against every attractor. This is usually what you want.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62940" y="57835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94360" y="5715000"/>
            <a:ext cx="10972800" cy="65836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" y="58795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your two-attractor field went wrong. Longest List is the default, and it silently ignored your second attractor for most points.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FFFD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FFFD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GRAFT, FLATTEN, WRAP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operations that change list structure rather than list contents.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3429000" cy="3291840"/>
          </a:xfrm>
          <a:prstGeom prst="rect">
            <a:avLst/>
          </a:prstGeom>
          <a:solidFill>
            <a:srgbClr val="00D9E1"/>
          </a:solidFill>
          <a:ln w="6350">
            <a:solidFill>
              <a:srgbClr val="00D9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42900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3429000" cy="47548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8653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" y="2395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 →  one branch 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724912"/>
            <a:ext cx="822960" cy="292608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0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892808" y="2688336"/>
            <a:ext cx="310896" cy="365760"/>
          </a:xfrm>
          <a:prstGeom prst="triangle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724912"/>
            <a:ext cx="1325880" cy="292608"/>
          </a:xfrm>
          <a:prstGeom prst="rect">
            <a:avLst/>
          </a:prstGeom>
          <a:solidFill>
            <a:srgbClr val="00D9E1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7706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{0} 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108960"/>
            <a:ext cx="822960" cy="292608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54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1892808" y="3072384"/>
            <a:ext cx="310896" cy="365760"/>
          </a:xfrm>
          <a:prstGeom prst="triangle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108960"/>
            <a:ext cx="1325880" cy="292608"/>
          </a:xfrm>
          <a:prstGeom prst="rect">
            <a:avLst/>
          </a:prstGeom>
          <a:solidFill>
            <a:srgbClr val="00D9E1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154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{1}  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493008"/>
            <a:ext cx="822960" cy="292608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387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1892808" y="3456432"/>
            <a:ext cx="310896" cy="365760"/>
          </a:xfrm>
          <a:prstGeom prst="triangle">
            <a:avLst/>
          </a:prstGeom>
          <a:solidFill>
            <a:srgbClr val="00D9E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3493008"/>
            <a:ext cx="1325880" cy="292608"/>
          </a:xfrm>
          <a:prstGeom prst="rect">
            <a:avLst/>
          </a:prstGeom>
          <a:solidFill>
            <a:srgbClr val="00D9E1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35387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{2}  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" y="40416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becomes its own branch, so the next operation treats them separately instead of pairing them off.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66260" y="1851660"/>
            <a:ext cx="3429000" cy="3291840"/>
          </a:xfrm>
          <a:prstGeom prst="rect">
            <a:avLst/>
          </a:prstGeom>
          <a:solidFill>
            <a:srgbClr val="C6F035"/>
          </a:solidFill>
          <a:ln w="6350">
            <a:solidFill>
              <a:srgbClr val="C6F0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1783080"/>
            <a:ext cx="342900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1783080"/>
            <a:ext cx="3429000" cy="47548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5424" y="18653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35424" y="2395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branches  →  one list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2724912"/>
            <a:ext cx="1188720" cy="292608"/>
          </a:xfrm>
          <a:prstGeom prst="rect">
            <a:avLst/>
          </a:prstGeom>
          <a:solidFill>
            <a:srgbClr val="C6F035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770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{0} 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108960"/>
            <a:ext cx="1188720" cy="292608"/>
          </a:xfrm>
          <a:prstGeom prst="rect">
            <a:avLst/>
          </a:prstGeom>
          <a:solidFill>
            <a:srgbClr val="C6F035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154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{1} 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3493008"/>
            <a:ext cx="1188720" cy="292608"/>
          </a:xfrm>
          <a:prstGeom prst="rect">
            <a:avLst/>
          </a:prstGeom>
          <a:solidFill>
            <a:srgbClr val="C6F035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538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{2} 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rot="5400000">
            <a:off x="5952744" y="2999232"/>
            <a:ext cx="310896" cy="365760"/>
          </a:xfrm>
          <a:prstGeom prst="triangle">
            <a:avLst/>
          </a:prstGeom>
          <a:solidFill>
            <a:srgbClr val="C6F03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2724912"/>
            <a:ext cx="960120" cy="1060704"/>
          </a:xfrm>
          <a:prstGeom prst="rect">
            <a:avLst/>
          </a:prstGeom>
          <a:solidFill>
            <a:srgbClr val="FFFDF7"/>
          </a:solidFill>
          <a:ln w="22225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788920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35424" y="40416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opposite. Useful at the end — destructive in the middle, because it throws away the structure you built.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069580" y="1851660"/>
            <a:ext cx="3566160" cy="329184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1783080"/>
            <a:ext cx="356616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1000" y="1783080"/>
            <a:ext cx="3566160" cy="47548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38744" y="18653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238744" y="2395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past the end  →  back to the start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38744" y="26883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mod 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38744" y="3090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38744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38744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618220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8220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997696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97696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377172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77172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56648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56648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136124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36124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0515600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15600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0895076" y="3291840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895076" y="3346704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238744" y="3657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 (n = 4)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8238744" y="3858768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38744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618220" y="3858768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18220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997696" y="3858768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997696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377172" y="3858768"/>
            <a:ext cx="342900" cy="292608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77172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756648" y="3858768"/>
            <a:ext cx="342900" cy="292608"/>
          </a:xfrm>
          <a:prstGeom prst="rect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756648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136124" y="3858768"/>
            <a:ext cx="342900" cy="292608"/>
          </a:xfrm>
          <a:prstGeom prst="rect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36124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515600" y="3858768"/>
            <a:ext cx="342900" cy="292608"/>
          </a:xfrm>
          <a:prstGeom prst="rect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15600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0895076" y="3858768"/>
            <a:ext cx="342900" cy="292608"/>
          </a:xfrm>
          <a:prstGeom prst="rect">
            <a:avLst/>
          </a:prstGeom>
          <a:solidFill>
            <a:srgbClr val="FF4D8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895076" y="3913632"/>
            <a:ext cx="3429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8238744" y="427939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5 of a 4-item list is item 1. This is how you join the last element back to the first.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662940" y="5417820"/>
            <a:ext cx="10972800" cy="822960"/>
          </a:xfrm>
          <a:prstGeom prst="rect">
            <a:avLst/>
          </a:prstGeom>
          <a:solidFill>
            <a:srgbClr val="FF4D8D"/>
          </a:solidFill>
          <a:ln w="6350">
            <a:solidFill>
              <a:srgbClr val="FF4D8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94360" y="5349240"/>
            <a:ext cx="10972800" cy="82296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" y="5541264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IS WHY A CONTOUR CLOSES. Connect point [i] to point [i+1] and the last one has no partner — unless the index wraps. That is Module 2 in one line.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ATTRACTORS IN ART, DESIGN, ARCHITECTURE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questions: what is the module, what generates the positions, what drives the variation.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51660"/>
            <a:ext cx="342900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342900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83080"/>
            <a:ext cx="342900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4617720"/>
            <a:ext cx="342900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/ GRAPHIC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4690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field work — op art, generative graphics, poster.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66260" y="1851660"/>
            <a:ext cx="342900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783080"/>
            <a:ext cx="342900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83080"/>
            <a:ext cx="342900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4617720"/>
            <a:ext cx="342900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062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062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OBJECT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0" y="469087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an object with graded perforation or density.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69580" y="1851660"/>
            <a:ext cx="3566160" cy="2834640"/>
          </a:xfrm>
          <a:prstGeom prst="rect">
            <a:avLst/>
          </a:prstGeom>
          <a:solidFill>
            <a:srgbClr val="FFFDF7"/>
          </a:solidFill>
          <a:ln w="6350">
            <a:solidFill>
              <a:srgbClr val="FFFD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783080"/>
            <a:ext cx="3566160" cy="2834640"/>
          </a:xfrm>
          <a:prstGeom prst="rect">
            <a:avLst/>
          </a:prstGeom>
          <a:solidFill>
            <a:srgbClr val="EDEDE6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1783080"/>
            <a:ext cx="3566160" cy="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4617720"/>
            <a:ext cx="3566160" cy="-2834640"/>
          </a:xfrm>
          <a:prstGeom prst="line">
            <a:avLst/>
          </a:prstGeom>
          <a:noFill/>
          <a:ln w="15875">
            <a:solidFill>
              <a:srgbClr val="C9C9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2980944"/>
            <a:ext cx="2103120" cy="438912"/>
          </a:xfrm>
          <a:prstGeom prst="rect">
            <a:avLst/>
          </a:prstGeom>
          <a:solidFill>
            <a:srgbClr val="FFFDF7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30540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01000" y="4690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a façade or screen driven by an attractor logic.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" y="5097780"/>
            <a:ext cx="10972800" cy="10515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29200"/>
            <a:ext cx="10972800" cy="105156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937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MORE QUESTION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554126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attractor? Sometimes it is a door, a view, a structural point, the sun. Sometimes it is nowhere — chosen purely for the image.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6F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1.1 CLINIC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next class. Bring your problems to the front.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2940" y="1897380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28800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2476" y="1897380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1828800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194767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cells of the matrix chosen — which arrays, which attractors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" y="2555748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87168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786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22476" y="2555748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2487168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26060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attractor types working somewhere in the set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2940" y="3214116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145536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36976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522476" y="3214116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3896" y="3145536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28216" y="326440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parameters driven by distance — not just scale three times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" y="3872484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803904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95344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522476" y="3872484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53896" y="3803904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28216" y="3922776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 ranges written down, ready to put on the sheet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" y="4530852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462272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53712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22476" y="4530852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53896" y="4462272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28216" y="4581144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composition over 1,000 elements, one resolved in 3D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2940" y="5189220"/>
            <a:ext cx="585216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5120640"/>
            <a:ext cx="585216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21208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22476" y="5189220"/>
            <a:ext cx="10113264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53896" y="5120640"/>
            <a:ext cx="10113264" cy="53035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28216" y="523951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chosen and the three questions answered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62940" y="5966460"/>
            <a:ext cx="8046720" cy="548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5897880"/>
            <a:ext cx="8046720" cy="54864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6016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C6F0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SCALES IS NOT THREE PARAMETERS.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66928"/>
            <a:ext cx="1097280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spc="-6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CLASS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0299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91109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is due next class. Two sheets minimum, in your visual identity.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06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97180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2.1 — contouring and list management. Generating contours, then reordering, filtering and reconnecting them.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904488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513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904488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032504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mechanism statement for 1.1: how your falloff is computed, in your own words.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21208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5093208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in your 0.1 procedure that your partner could not follow. One rewritten line.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3133 — Class 5</dc:title>
  <dc:subject>PptxGenJS Presentation</dc:subject>
  <dc:creator>Luis Pacheco Alcala</dc:creator>
  <cp:lastModifiedBy>Luis Pacheco Alcala</cp:lastModifiedBy>
  <cp:revision>1</cp:revision>
  <dcterms:created xsi:type="dcterms:W3CDTF">2026-08-21T20:09:25Z</dcterms:created>
  <dcterms:modified xsi:type="dcterms:W3CDTF">2026-08-21T20:09:25Z</dcterms:modified>
</cp:coreProperties>
</file>