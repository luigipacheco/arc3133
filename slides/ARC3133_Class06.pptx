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1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LINE · GRID · CUBE ·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ONE MODULE,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2.1 DUE TONIGHT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3.2 ISSUED TODAY  /  2.2 PRINT CHECK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your module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0   →   p =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43784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1   →   p = start +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72968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2   →   p = start + 2 ×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1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31335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p[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] = start + 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×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where it goes.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3.1 module is the component. On Sheet 1 it does not change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TODAY: ONE LOOP, FIVE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Class file Arrays Part 1, scenes 01–05. Colour is position: X red, Y green, Z blue.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048255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048255" cy="43891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545" y="2395728"/>
            <a:ext cx="2033885" cy="128015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5" y="2395728"/>
            <a:ext cx="2033885" cy="1280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767328"/>
            <a:ext cx="2048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94076" y="1897380"/>
            <a:ext cx="2048255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825496" y="1828800"/>
            <a:ext cx="2048255" cy="43891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25496" y="1947672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5496" y="2444782"/>
            <a:ext cx="2048255" cy="1182051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c02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2444782"/>
            <a:ext cx="2048255" cy="11820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25496" y="3767328"/>
            <a:ext cx="2048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5212" y="1897380"/>
            <a:ext cx="2048255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56631" y="1828800"/>
            <a:ext cx="2048255" cy="43891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56631" y="1947672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57139" y="2395728"/>
            <a:ext cx="2047239" cy="128015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c03_cube_n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7139" y="2395728"/>
            <a:ext cx="2047239" cy="1280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56631" y="3767328"/>
            <a:ext cx="2048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j, 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6347" y="1897380"/>
            <a:ext cx="2048255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287767" y="1828800"/>
            <a:ext cx="2048255" cy="43891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87767" y="1947672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9197" y="2395728"/>
            <a:ext cx="2025395" cy="128015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c04_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9197" y="2395728"/>
            <a:ext cx="2025395" cy="128015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87767" y="3767328"/>
            <a:ext cx="2048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 along a curve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87483" y="1897380"/>
            <a:ext cx="2048255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518903" y="1828800"/>
            <a:ext cx="2048255" cy="43891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18903" y="1947672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05  WALL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32619" y="2395728"/>
            <a:ext cx="2020823" cy="128015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c05_wall_cur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2619" y="2395728"/>
            <a:ext cx="2020823" cy="128015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518903" y="3767328"/>
            <a:ext cx="2048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 along, k 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160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Line, grid and cube add one counter at a time. The curve changes where a position comes from. The wall puts both ideas together.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EVERY STEP IS THE SAME LOOP. ONLY THE COUNTERS AND THE SOURCE OF POSITION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LOOP,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01 — Linear loop, as a script you can read aloud.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6492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6492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count   =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95144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spacing = 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24327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 = []       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the list starts empty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53511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82695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range(count):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i = 0, 1, 2 …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79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x =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* spacing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position from the 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points.append((x, 0, 0))  </a:t>
            </a:r>
            <a:r>
              <a:rPr sz="1250">
                <a:solidFill>
                  <a:srgbClr val="6B6B6B"/>
                </a:solidFill>
                <a:latin typeface="Courier New"/>
              </a:rPr>
              <a:t># one more item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place(module, points)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a copy at every 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3779" y="1851660"/>
            <a:ext cx="425196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0" y="1783080"/>
            <a:ext cx="425196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READ IT AS A SENTENCE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68880"/>
            <a:ext cx="3749039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Start with an empty list.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Count times: work out x from i, and add that point to the list. Each pass, i is one bigger.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Then put the module at every 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Calibri"/>
              </a:rPr>
              <a:t>In the class file:  for → Repeat Zone   ·   i → Iteration   ·   append → Join Geometry   ·   place → Instance on 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8358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71500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 IS THE INDEX. EVERYTHING ELSE IN THE LOOP IS ARITHMETIC ON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IT SMALL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and a spreadsheet open beside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THE LOOP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inside the loop runs once per pass. Whatever goes in comes back with one more item,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HOW TO CHECK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Count to 3 and read the spreadsheet: three rows, three positions.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4. Then 5. Say the last X before you look.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list you cannot inspect is a list you cannot debug. There is no minimum 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01 ·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01 — Linear loop · Count 8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616814" y="1783080"/>
            <a:ext cx="6355891" cy="400050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14" y="1783080"/>
            <a:ext cx="6355891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READ THE 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7263D"/>
                </a:solidFill>
                <a:latin typeface="Courier New"/>
              </a:rPr>
              <a:t>i</a:t>
            </a:r>
            <a:r>
              <a:rPr sz="1300">
                <a:solidFill>
                  <a:srgbClr val="000000"/>
                </a:solidFill>
                <a:latin typeface="Courier New"/>
              </a:rPr>
              <a:t>   0    1    2   …  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x   0.0  0.8  1.6 …   5.6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count 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last  = 7 × 0.8 = 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Colour is position: X → red. The darkest copy is i = 0, the brightest i = 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LAST COPY IS AT 7 × SPACING, NOT 8. COUNTING STARTS AT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02 · GRID — A LOOP INSIDE A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02 — Nested grid · Rows 5 · Columns 5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36375"/>
            <a:ext cx="6400800" cy="3693909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2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36375"/>
            <a:ext cx="6400800" cy="369390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TWO COUNTERS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range(rows):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range(columns):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5 × 5 =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 runs along the row; j picks which row. Red grows with X, green with 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INNER LOOP MAKES A ROW. THE OUTER LOOP COLLECTS THE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INDEX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Which counter runs inside decides the order. Label it on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4 × 3 GRID, i INSIDE j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3672" y="3968496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3672" y="3310128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265176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718304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D7263D"/>
                </a:solidFill>
                <a:latin typeface="Courier New"/>
              </a:rPr>
              <a:t>i →  0 · 1 · 2 ·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6540" y="1943100"/>
            <a:ext cx="502920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37960" y="1874519"/>
            <a:ext cx="502920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FLAT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256032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2D: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2871215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3D: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+ 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× 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291840"/>
            <a:ext cx="4480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Swap the loops and the same positions get different numbers. The picture looks the same; any rule that reads the index — next week's if/Switch — does not.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SAY IT OUT LOUD: WHICH WAY DOES i RUN, AND WHAT HAPPENS IF YOU SWAP THE LOOPS?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03 · CUBE — THE GRID, REPEATED IN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03 — 3D array · Spacing 1.25 · Cube Size 0.75 · one camera for all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5232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3_cube_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32" y="1783080"/>
            <a:ext cx="3515647" cy="21983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940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3  →  3 × 3 × 3 =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36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03_cube_n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36" y="1783080"/>
            <a:ext cx="3515647" cy="219836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90644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2064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22064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4  →  4 × 4 × 4 = 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0640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03_cube_n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640" y="1783080"/>
            <a:ext cx="3515647" cy="219836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118347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9767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9767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5  →  5 × 5 × 5 = 125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846320"/>
            <a:ext cx="10972800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965192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*dz)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3786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669280"/>
            <a:ext cx="10972800" cy="603504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66928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PREDICT THE TOTAL BEFORE YOU LOOK: 27, 64, 125. X, Y AND Z TOGETHER MAKE THE RGB CUBE.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04 · CURVE — THE ROW BENDS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04 — Along a curve. Edit the curve object; the row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8037" y="1783080"/>
            <a:ext cx="5967684" cy="3771900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4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37" y="1783080"/>
            <a:ext cx="5967684" cy="3771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72300" y="1851660"/>
            <a:ext cx="4663440" cy="37719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903720" y="1783080"/>
            <a:ext cx="4663440" cy="37719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903720" y="1783080"/>
            <a:ext cx="4663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0" y="178308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WHERE IS COPY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6888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count = int(length / brick)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70632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for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in range(count):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72384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t =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/ (count - 1)  </a:t>
            </a:r>
            <a:r>
              <a:rPr sz="1150">
                <a:solidFill>
                  <a:srgbClr val="6B6B6B"/>
                </a:solidFill>
                <a:latin typeface="Courier New"/>
              </a:rPr>
              <a:t># 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74136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 = point_on(curve, 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d = direction_on(curve, 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4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place(brick, p, facing=d)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4348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line said x = i × spacing. Here the curve answers the same question, and also says which way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" y="592074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94360" y="585216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85216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SAME LOOP AS THE LINE. THE CURVE GIVES THE POSITION INSTEAD OF i × SPACING.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05 · WALL — HORIZONTAL REPETITION, STACKED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05 — Brick wall · 8 courses · a curve, or a circle with Use Circle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95552" y="1783080"/>
            <a:ext cx="4546854" cy="288036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5_wal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552" y="1783080"/>
            <a:ext cx="4546854" cy="2880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940" y="4896612"/>
            <a:ext cx="534924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828032"/>
            <a:ext cx="5349240" cy="42062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93776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 A CURVE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1252" y="1783080"/>
            <a:ext cx="4602575" cy="288036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05_wall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252" y="1783080"/>
            <a:ext cx="4602575" cy="2880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86500" y="4896612"/>
            <a:ext cx="5349240" cy="42062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4828032"/>
            <a:ext cx="5349240" cy="42062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0" y="493776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 A CIRCLE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B4B4AC"/>
                </a:solidFill>
                <a:latin typeface="Calibri"/>
              </a:rPr>
              <a:t>Each course is the curved row. Z → blue rises with the courses; every other course slides half a brick.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601218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5943600"/>
            <a:ext cx="10972800" cy="566928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594360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WALL IS THE CURVED ROW, REPEATED UPWARD.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WALL,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curve loop from 04, inside one more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1780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1780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for 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in range(courses):             </a:t>
            </a:r>
            <a:r>
              <a:rPr sz="1200">
                <a:solidFill>
                  <a:srgbClr val="6B6B6B"/>
                </a:solidFill>
                <a:latin typeface="Courier New"/>
              </a:rPr>
              <a:t># one pass per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shift = (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% 2) * brick / 2      </a:t>
            </a:r>
            <a:r>
              <a:rPr sz="1200">
                <a:solidFill>
                  <a:srgbClr val="6B6B6B"/>
                </a:solidFill>
                <a:latin typeface="Courier New"/>
              </a:rPr>
              <a:t># odd courses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79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for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in range(count):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39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    t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/ (count - 1)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28999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    p = point_on(curve, 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59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    d = direction_on(curve, 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    up = (0, 0, 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* height)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6812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        place(brick, p + d * shift + up, facing=d)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9579" y="1851660"/>
            <a:ext cx="356616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01000" y="1783080"/>
            <a:ext cx="356616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01000" y="1783080"/>
            <a:ext cx="356616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0" y="17830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688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000000"/>
                </a:solidFill>
                <a:latin typeface="Calibri"/>
              </a:rPr>
              <a:t>The outer loop is k — the same move that turned the grid into the cube.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000000"/>
                </a:solidFill>
                <a:latin typeface="Calibri"/>
              </a:rPr>
              <a:t>k % 2 gives 0, 1, 0, 1 … : the first rule in this course that reads the index.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k % 2 IS NEXT WEEK'S IF/SWITCH, HIDING INSIDE A WALL.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Line to wall, one change at a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1508760" cy="71323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9339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01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6020" y="1805939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377440" y="173736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51760" y="185623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counter, i. Position = i ×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2890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60320"/>
            <a:ext cx="1508760" cy="71323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02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46020" y="262890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377440" y="256032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51760" y="267919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j. Total = rows × columns.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45186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383279"/>
            <a:ext cx="1508760" cy="71323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3931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03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6020" y="345186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77440" y="3383279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51760" y="350215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 inside k. Total = count cubed.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27482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206240"/>
            <a:ext cx="1508760" cy="71323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46227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04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46020" y="427482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377440" y="420624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51760" y="432511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 again — but the curve gives the position and the direction.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09778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029200"/>
            <a:ext cx="1508760" cy="71323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2852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05 WALL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6020" y="509778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377440" y="502920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51760" y="514807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along the curve, k up the courses, k % 2 shifts every other course.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10972800" cy="5486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ONE LOOP. EACH STEP ADDS A COUNTER OR CHANGES WHERE THE POSITION COMES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Curve and wall are in-class practice. Sheet 1 stays: your module, then 1D, 2D and 3D.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702259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7934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70225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519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1D: build a small linear array with Repeat Input and Repeat Output. Identify list, count and 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7655"/>
            <a:ext cx="777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9075"/>
            <a:ext cx="777240" cy="702259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096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7655"/>
            <a:ext cx="9921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9075"/>
            <a:ext cx="9921240" cy="70225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50515"/>
            <a:ext cx="9372600" cy="519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2D: nest repetition into a grid. Identify rows and columns; predict the total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57930"/>
            <a:ext cx="777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89350"/>
            <a:ext cx="777240" cy="702259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57930"/>
            <a:ext cx="9921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489350"/>
            <a:ext cx="9921240" cy="70225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580790"/>
            <a:ext cx="9372600" cy="519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3D: repeat the grid in Z for a cube array. Predict Count cubed; distinguish instances from a sampled volume.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88205"/>
            <a:ext cx="777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19625"/>
            <a:ext cx="777240" cy="702259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70171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388205"/>
            <a:ext cx="9921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19625"/>
            <a:ext cx="9921240" cy="70225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11065"/>
            <a:ext cx="9372600" cy="519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Curve: bend the row. Sample a curve at even spacing and place a brick at each point, turned to follow the curve's direction. The count comes from curve length ÷ brick length.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18480"/>
            <a:ext cx="777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49900"/>
            <a:ext cx="777240" cy="702259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40044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218480"/>
            <a:ext cx="9921240" cy="70225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149900"/>
            <a:ext cx="9921240" cy="70225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241340"/>
            <a:ext cx="9372600" cy="519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Wall: repeat the curved row upward, one course per pass. Lift course k by k × brick height and slide odd courses half a brick along the curve (k modulo 2). Swap the curve for a circle.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2.2 PRINT CHECK — BEFORE YOU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Check geometry, units, orientation and the sliced preview before queueing.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37744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851660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 and solid. Every edge shared by two faces, no stray pieces.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92908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24328"/>
            <a:ext cx="237744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2692908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46120" y="2624328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0440" y="262432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Real millimetres. Within 60 mm on each axis.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34156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65576"/>
            <a:ext cx="237744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941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4700" y="3534156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46120" y="3465576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346557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No supports. Orientation is your lever;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75404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06824"/>
            <a:ext cx="237744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354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SLICED PREVIEW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4375404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246120" y="4306824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20440" y="4306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Read it layer by layer before queueing. Stay within the 200 g allocation.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C6F035"/>
                </a:solidFill>
                <a:latin typeface="Arial"/>
              </a:rPr>
              <a:t>2.2: HAND IN THE PRINT IN CLASS, WEEK 8 — OCT 13. DIGITAL FILES AND NOTES BY 11:59 PM THAT NIGHT.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3.2 —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Three 17 × 11 sheets, submitted together as one assignment. Sheet 1 is today; Sheets 2 and 3 are next week's class.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1 ·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MODULE, 1D, 2D,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3.1 module alone, then in a row, a grid and layers. Label counts, spacing, axes and totals.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2 · WEEK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FOUR FAÇADE PATTERNS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module in a 2D array, changed by if/Switch conditions. Each rule and its outcome captioned.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3 · WEEK 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MATH SHAPES A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Layered cubes, height driven by a function of X and Y. One isometric, formula and settings stated.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Computational understanding 30% · Visual communication 30% · Technical execution 25% · Exploration 15%.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8137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Submit exactly three 17 x 11 inch landscape sheets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395728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327148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42544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395728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327148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418588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1 — four diagrams: your 3.1 module alone, your module in a 1D array, your module in a 2D array, and your module in a 3D array. Use the same module and label counts, spacing and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2939796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2871215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296951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2939796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287121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2962656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2 — four façade-pattern diagrams: use your module in a 2D array and if/Switch conditions to generate four different patterns. Each diagram must identify its condition and resulting modification.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3483863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415283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3513581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3483863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415283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3506723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3 — volumetric exploration: use cubes in a 3D array and present an isometric view. Drive vertical variation with a mathematical function of both X and Y, such as sine or cosine. Explore the resulting spatial form; optionally combine it with Switch conditions to generate voids.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027931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3959351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05764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027931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3959351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050791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Reuse the 3.1 panel definition on Sheets 1–2. Sheet 2 may transform or omit selected instances to make a pattern. Use cubes, rather than the panel, for the volumetric exercise on Sheet 3.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4571999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4503419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460171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4571999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4503419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459485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Present simple diagrams using one consistent view and material for comparable studies. Keep lighting consistent; separate polished render setups for the four façade patterns are not required. Choose an appropriate view for each dimensional array and use isometric for the cube volume.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5116067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5047487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" y="514578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14499" y="5116067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645919" y="5047487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920240" y="5138927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60135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91555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68985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14499" y="5660135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645919" y="559155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920240" y="5682995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Use materials from the instructor-provided library or create your own. Record which materials you used and any edits; package required textures. Material choice must keep array spacing, depth and repetition readable. The library will be posted before this assignment is due; creating your own remains an equally valid route.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1, THEN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Predict every total before you look.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row: Count and Spacing exposed, spreadsheet open, the last X said out 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row nested into a grid: rows × columns predicted first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grid repeated in Z — 3, 4 and 5 per axis compared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row bent onto a curve, then stacked into a wall — odd courses shifted; try the circle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2.1 uploaded by 11:59 PM tonight; 2.2 print checked before you queue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7 — Oct 6: if/Switch façade patterns and a cube volume from functions of X and Y — Sheets 2 and 3. Bring Sheet 1's graph working; we build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Nothing graded next week (studio reviews). 2.2 print in class Oct 13. 3.2, all three sheets: Oct 27.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Sheet 1: module alone, then 1D, 2D and 3D — counts, spacing, axes and totals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Fix anything today's check flagged, then queue 2.2.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