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06  /  SEP 29  /  U04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ARRAYS 1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LINE · GRID · CUBE · CURVE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ONE MODULE, MANY POSITIONS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2.1 DUE TONIGHT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3.2 ISSUED TODAY  /  2.2 PRINT CHECK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AN ARRAY IS A LIST OF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Not a command that duplicates things. A list you compute, then place your module 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1206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1206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1206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INDEX  → 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0   →   p =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43784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1   →   p = start + step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72968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= 2   →   p = start + 2 ×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02151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31335"/>
            <a:ext cx="4572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000000"/>
                </a:solidFill>
                <a:latin typeface="Courier New"/>
              </a:rPr>
              <a:t>p[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] = start + </a:t>
            </a:r>
            <a:r>
              <a:rPr sz="1350" b="1">
                <a:solidFill>
                  <a:srgbClr val="D7263D"/>
                </a:solidFill>
                <a:latin typeface="Courier New"/>
              </a:rPr>
              <a:t>i</a:t>
            </a:r>
            <a:r>
              <a:rPr sz="1350">
                <a:solidFill>
                  <a:srgbClr val="000000"/>
                </a:solidFill>
                <a:latin typeface="Courier New"/>
              </a:rPr>
              <a:t> × step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1851660"/>
            <a:ext cx="553212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035040" y="1783080"/>
            <a:ext cx="553212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5532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63640" y="178308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THREE THINGS TO 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87168"/>
            <a:ext cx="49834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LIST — what is in the collection.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COUNT — how many there are.</a:t>
            </a:r>
          </a:p>
          <a:p>
            <a:pPr algn="l">
              <a:lnSpc>
                <a:spcPct val="135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INDEX — where each one sits in the order.</a:t>
            </a:r>
          </a:p>
          <a:p>
            <a:pPr algn="l">
              <a:lnSpc>
                <a:spcPct val="135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index is the only new idea. It is a counter that tells each copy how far along it is — and therefore where it goes.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Your 3.1 module is the component. On Sheet 1 it does not change — only where it goes.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TODAY: ONE LOOP, FOUR 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Class file Arrays Part 1, scenes 01–04. Colour is position: X red, Y green, Z blue.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571750" cy="43891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381" y="2395728"/>
            <a:ext cx="2553706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81" y="2395728"/>
            <a:ext cx="2553706" cy="16073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329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4710" y="1828800"/>
            <a:ext cx="2571750" cy="43891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9471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94710" y="2457319"/>
            <a:ext cx="2571750" cy="148416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c02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4710" y="2457319"/>
            <a:ext cx="2571750" cy="1484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9471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95060" y="1828800"/>
            <a:ext cx="2571750" cy="43891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506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697" y="2395728"/>
            <a:ext cx="2570474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c03_cube_n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5697" y="2395728"/>
            <a:ext cx="2570474" cy="160734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19506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i, j, 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63990" y="1897380"/>
            <a:ext cx="2571750" cy="43891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95410" y="1828800"/>
            <a:ext cx="2571750" cy="43891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95410" y="1947672"/>
            <a:ext cx="25717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2585" y="2395728"/>
            <a:ext cx="2557398" cy="1607343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c04_curve_modu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2585" y="2395728"/>
            <a:ext cx="2557398" cy="16073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995410" y="4094511"/>
            <a:ext cx="257175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B4B4AC"/>
                </a:solidFill>
                <a:latin typeface="Courier New"/>
              </a:rPr>
              <a:t>i along a curve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572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Line, grid and cube add one counter at a time. The curve changes where a position comes from. No rules yet: every copy is treated the same. Patterns start next week.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56464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557784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EVERY STEP IS THE SAME LOOP. ONLY THE COUNTERS AND THE SOURCE OF POSITION CHANGE.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THE LOOP,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01 — Linear loop, as a script you can read aloud.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649224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649224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count   =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95144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spacing = 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24327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points  = []       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the list starts empty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53511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82695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range(count):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i = 0, 1, 2 …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11879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x =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* spacing  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position from the index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41063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points.append((x, 0, 0))  </a:t>
            </a:r>
            <a:r>
              <a:rPr sz="1250">
                <a:solidFill>
                  <a:srgbClr val="6B6B6B"/>
                </a:solidFill>
                <a:latin typeface="Courier New"/>
              </a:rPr>
              <a:t># one more item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6126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place(module, points)         </a:t>
            </a:r>
            <a:r>
              <a:rPr sz="1250">
                <a:solidFill>
                  <a:srgbClr val="6B6B6B"/>
                </a:solidFill>
                <a:latin typeface="Courier New"/>
              </a:rPr>
              <a:t># a copy at every point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83779" y="1851660"/>
            <a:ext cx="425196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315200" y="1783080"/>
            <a:ext cx="425196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READ IT AS A SENTENCE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468880"/>
            <a:ext cx="3749039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Start with an empty list.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Count times: work out x from i, and add that point to the list. Each pass, i is one bigger.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000000"/>
                </a:solidFill>
                <a:latin typeface="Calibri"/>
              </a:rPr>
              <a:t>Then put the module at every 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66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6B6B6B"/>
                </a:solidFill>
                <a:latin typeface="Calibri"/>
              </a:rPr>
              <a:t>In the class file:  for → Repeat Zone   ·   i → Iteration   ·   append → Join Geometry   ·   place → Instance on Points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8358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71500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 IS THE INDEX. EVERYTHING ELSE IN THE LOOP IS ARITHMETIC ON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IT SMALL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The loop, and a spreadsheet open beside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WHAT THE LOOP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Everything inside the loop runs once per pass. Whatever goes in comes back with one more item, once for every step of the count.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HOW TO CHECK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Set Count to 3 and read the spreadsheet: three rows, three positions.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Then 4. Then 5. Say the last X before you look.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list you cannot inspect is a list you cannot debug. There is no minimum count.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BUILD IT AT A COUNT YOU CAN COUNT. SCALE UP ONLY ONCE IT IS RIGHT.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01 ·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01 — Linear loop · Count 8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616814" y="1783080"/>
            <a:ext cx="6355891" cy="4000500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1_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14" y="1783080"/>
            <a:ext cx="6355891" cy="400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READ THE 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7263D"/>
                </a:solidFill>
                <a:latin typeface="Courier New"/>
              </a:rPr>
              <a:t>i</a:t>
            </a:r>
            <a:r>
              <a:rPr sz="1300">
                <a:solidFill>
                  <a:srgbClr val="000000"/>
                </a:solidFill>
                <a:latin typeface="Courier New"/>
              </a:rPr>
              <a:t>   0    1    2   …  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x   0.0  0.8  1.6 …   5.6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count =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000000"/>
                </a:solidFill>
                <a:latin typeface="Courier New"/>
              </a:rPr>
              <a:t>last  = 7 × 0.8 = 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Colour is position: X → red. The darkest copy is i = 0, the brightest i = 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LAST COPY IS AT 7 × SPACING, NOT 8. COUNTING STARTS AT ZERO.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02 · GRID — A LOOP INSIDE A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02 — Nested grid · Rows 5 · Columns 5 · Spacing 0.8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36375"/>
            <a:ext cx="6400800" cy="3693909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2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36375"/>
            <a:ext cx="6400800" cy="369390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83779" y="1851660"/>
            <a:ext cx="4251960" cy="40005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7315200" y="1783080"/>
            <a:ext cx="4251960" cy="40005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251960" cy="502920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1783080"/>
            <a:ext cx="37947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TWO COUNTERS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468880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range(rows):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798064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range(columns):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 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56432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785615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5 × 5 = 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25196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i runs along the row; j picks which row. Red grows with X, green with 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610362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6035040"/>
            <a:ext cx="10972800" cy="53035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7240" y="603504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THE INNER LOOP MAKES A ROW. THE OUTER LOOP COLLECTS THE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INDEX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Which counter runs inside decides the order. Label it on the sheet.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4 × 3 GRID, i INSIDE j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417320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75688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734056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92424" y="396849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17320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5688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734056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92424" y="331012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417320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075688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734056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92424" y="265176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Courier New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3672" y="3968496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3672" y="3310128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33672" y="265176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3E8E00"/>
                </a:solidFill>
                <a:latin typeface="Courier New"/>
              </a:rPr>
              <a:t>j =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718304"/>
            <a:ext cx="2633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>
                <a:solidFill>
                  <a:srgbClr val="D7263D"/>
                </a:solidFill>
                <a:latin typeface="Courier New"/>
              </a:rPr>
              <a:t>i →  0 · 1 · 2 · 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06540" y="1943100"/>
            <a:ext cx="5029200" cy="33375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37960" y="1874519"/>
            <a:ext cx="5029200" cy="33375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FLAT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256032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2D: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12280" y="2871215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Courier New"/>
              </a:rPr>
              <a:t>3D:  index = </a:t>
            </a:r>
            <a:r>
              <a:rPr sz="1200" b="1">
                <a:solidFill>
                  <a:srgbClr val="D7263D"/>
                </a:solidFill>
                <a:latin typeface="Courier New"/>
              </a:rPr>
              <a:t>i</a:t>
            </a:r>
            <a:r>
              <a:rPr sz="1200">
                <a:solidFill>
                  <a:srgbClr val="000000"/>
                </a:solidFill>
                <a:latin typeface="Courier New"/>
              </a:rPr>
              <a:t> + </a:t>
            </a:r>
            <a:r>
              <a:rPr sz="1200" b="1">
                <a:solidFill>
                  <a:srgbClr val="3E8E00"/>
                </a:solidFill>
                <a:latin typeface="Courier New"/>
              </a:rPr>
              <a:t>j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+ </a:t>
            </a:r>
            <a:r>
              <a:rPr sz="1200" b="1">
                <a:solidFill>
                  <a:srgbClr val="1F6FD1"/>
                </a:solidFill>
                <a:latin typeface="Courier New"/>
              </a:rPr>
              <a:t>k</a:t>
            </a:r>
            <a:r>
              <a:rPr sz="1200">
                <a:solidFill>
                  <a:srgbClr val="000000"/>
                </a:solidFill>
                <a:latin typeface="Courier New"/>
              </a:rPr>
              <a:t> × nx × 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291840"/>
            <a:ext cx="44805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Swap the loops and the same positions get different numbers. The picture looks the same; any rule that reads the index — next week's if/Switch — does not.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SAY IT OUT LOUD: WHICH WAY DOES i RUN, AND WHAT HAPPENS IF YOU SWAP THE LOOPS?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03 · CUBE — THE GRID, REPEATED IN 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Scene 03 — 3D array · Spacing 1.25 · Cube Size 0.75 · one camera for all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595232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3_cube_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32" y="1783080"/>
            <a:ext cx="3515647" cy="219836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2940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94360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3  →  3 × 3 × 3 = 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36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c03_cube_n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936" y="1783080"/>
            <a:ext cx="3515647" cy="219836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390644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322064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322064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4  →  4 × 4 × 4 = 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0640" y="1783080"/>
            <a:ext cx="3515647" cy="2198369"/>
          </a:xfrm>
          <a:prstGeom prst="rect">
            <a:avLst/>
          </a:prstGeom>
          <a:noFill/>
          <a:ln w="34925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c03_cube_n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640" y="1783080"/>
            <a:ext cx="3515647" cy="219836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118347" y="4229100"/>
            <a:ext cx="3517391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9767" y="4160520"/>
            <a:ext cx="3517391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9767" y="42885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COUNT 5  →  5 × 5 × 5 = 125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846320"/>
            <a:ext cx="10972800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68680" y="4965192"/>
            <a:ext cx="10424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for 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 in range(n):   place(</a:t>
            </a:r>
            <a:r>
              <a:rPr sz="1250" b="1">
                <a:solidFill>
                  <a:srgbClr val="D7263D"/>
                </a:solidFill>
                <a:latin typeface="Courier New"/>
              </a:rPr>
              <a:t>i</a:t>
            </a:r>
            <a:r>
              <a:rPr sz="1250">
                <a:solidFill>
                  <a:srgbClr val="000000"/>
                </a:solidFill>
                <a:latin typeface="Courier New"/>
              </a:rPr>
              <a:t>*dx, </a:t>
            </a:r>
            <a:r>
              <a:rPr sz="1250" b="1">
                <a:solidFill>
                  <a:srgbClr val="3E8E00"/>
                </a:solidFill>
                <a:latin typeface="Courier New"/>
              </a:rPr>
              <a:t>j</a:t>
            </a:r>
            <a:r>
              <a:rPr sz="1250">
                <a:solidFill>
                  <a:srgbClr val="000000"/>
                </a:solidFill>
                <a:latin typeface="Courier New"/>
              </a:rPr>
              <a:t>*dy, </a:t>
            </a:r>
            <a:r>
              <a:rPr sz="1250" b="1">
                <a:solidFill>
                  <a:srgbClr val="1F6FD1"/>
                </a:solidFill>
                <a:latin typeface="Courier New"/>
              </a:rPr>
              <a:t>k</a:t>
            </a:r>
            <a:r>
              <a:rPr sz="1250">
                <a:solidFill>
                  <a:srgbClr val="000000"/>
                </a:solidFill>
                <a:latin typeface="Courier New"/>
              </a:rPr>
              <a:t>*dz)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73786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5669280"/>
            <a:ext cx="10972800" cy="603504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566928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PREDICT THE TOTAL BEFORE YOU LOOK: 27, 64, 125. X, Y AND Z TOGETHER MAKE THE RGB CUBE.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04 · CURVE — THE ROW BENDS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Scene 04 — Along a curve · Spacing 0.8 · the same module as the line. Edit the curve; the row follows.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11198" y="1783080"/>
            <a:ext cx="6001362" cy="3771900"/>
          </a:xfrm>
          <a:prstGeom prst="rect">
            <a:avLst/>
          </a:prstGeom>
          <a:noFill/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04_curve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198" y="1783080"/>
            <a:ext cx="6001362" cy="37719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72300" y="1851660"/>
            <a:ext cx="4663440" cy="37719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903720" y="1783080"/>
            <a:ext cx="4663440" cy="37719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6903720" y="1783080"/>
            <a:ext cx="46634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0" y="178308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WHERE IS COPY 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46888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count = int(length / spacing) + 1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70632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for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in range(count):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72384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t = </a:t>
            </a:r>
            <a:r>
              <a:rPr sz="1150" b="1">
                <a:solidFill>
                  <a:srgbClr val="D7263D"/>
                </a:solidFill>
                <a:latin typeface="Courier New"/>
              </a:rPr>
              <a:t>i</a:t>
            </a:r>
            <a:r>
              <a:rPr sz="1150">
                <a:solidFill>
                  <a:srgbClr val="000000"/>
                </a:solidFill>
                <a:latin typeface="Courier New"/>
              </a:rPr>
              <a:t> / (count - 1)  </a:t>
            </a:r>
            <a:r>
              <a:rPr sz="1150">
                <a:solidFill>
                  <a:srgbClr val="6B6B6B"/>
                </a:solidFill>
                <a:latin typeface="Courier New"/>
              </a:rPr>
              <a:t># 0 →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374136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 = point_on(curve, 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675888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d = direction_on(curve, 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977640"/>
            <a:ext cx="429768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    place(module, p, facing=d)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434840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line said x = i × spacing. Here the curve answers the same question, and also says which way to face.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" y="5920740"/>
            <a:ext cx="10972800" cy="60350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94360" y="5852160"/>
            <a:ext cx="10972800" cy="60350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5852160"/>
            <a:ext cx="10607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SAME LOOP AS THE LINE. THE CURVE GIVES THE POSITION INSTEAD OF i × SPACING.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Line to curve, one change at a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05939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37360"/>
            <a:ext cx="1508760" cy="713232"/>
          </a:xfrm>
          <a:prstGeom prst="rect">
            <a:avLst/>
          </a:prstGeom>
          <a:solidFill>
            <a:srgbClr val="FF3352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9339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01 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6020" y="1805939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377440" y="173736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51760" y="185623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counter, i. Position = i × spacing.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2890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60320"/>
            <a:ext cx="1508760" cy="713232"/>
          </a:xfrm>
          <a:prstGeom prst="rect">
            <a:avLst/>
          </a:prstGeom>
          <a:solidFill>
            <a:srgbClr val="8BDC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1635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02 GRID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46020" y="262890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377440" y="256032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51760" y="267919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j. Total = rows × columns.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45186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383279"/>
            <a:ext cx="1508760" cy="713232"/>
          </a:xfrm>
          <a:prstGeom prst="rect">
            <a:avLst/>
          </a:prstGeom>
          <a:solidFill>
            <a:srgbClr val="2890FF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3931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03 CUBE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46020" y="345186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377440" y="3383279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51760" y="3502151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i inside j inside k. Total = count cubed.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27482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206240"/>
            <a:ext cx="1508760" cy="71323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46227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04 CURVE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46020" y="427482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2377440" y="420624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651760" y="432511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counter again — but the curve gives the position and the direction.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097780"/>
            <a:ext cx="150876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029200"/>
            <a:ext cx="1508760" cy="71323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285232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 WEEK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6020" y="5097780"/>
            <a:ext cx="9189720" cy="71323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2377440" y="5029200"/>
            <a:ext cx="9189720" cy="71323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651760" y="5148072"/>
            <a:ext cx="86410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Patterns: a rule that reads the index. First example — a brick wall, every other course shifted.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10972800" cy="54864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ONE LOOP. EACH STEP ADDS A COUNTER OR CHANGES WHERE THE POSITION COMES FROM.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TODAY,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Plain repetition: every copy treated the same. The curve is in-class practice; Sheet 1 is your module, then 1D, 2D, 3D.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777240" cy="9098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8313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97380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828800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920240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1D: build a small row with Repeat Input and Repeat Output. Find the list, the count and the index.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35224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66644"/>
            <a:ext cx="777240" cy="9098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2097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35224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66644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58084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2D: put the row inside a second loop to make a grid. Name the rows and columns, and predict the total count.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973068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04488"/>
            <a:ext cx="777240" cy="9098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25881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973068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04488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995928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3D: stack the grid in layers to make a cube of copies. Before you look, predict how many there are (Count × Count × Count). These are separate copies of one object, not a solid block.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010912"/>
            <a:ext cx="777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942332"/>
            <a:ext cx="777240" cy="9098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529666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5010912"/>
            <a:ext cx="9921240" cy="9098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4942332"/>
            <a:ext cx="9921240" cy="9098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5033772"/>
            <a:ext cx="9372600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Curve: bend the row. Place your module at evenly spaced points along a curve, each turned to follow the curve's direction. The count is the curve's length ÷ the spacing.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2.2 PRINT CHECK — BEFORE YOU 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Before you queue the print, check the geometry, units, orientation and sliced preview.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37744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0116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GEOMETRY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4700" y="1851660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3246120" y="1783080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20440" y="1783080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 and solid. Every edge shared by two faces, no stray pieces.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692908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624328"/>
            <a:ext cx="2377440" cy="65836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4700" y="2692908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246120" y="2624328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20440" y="2624328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Real millimetres. Within 60 mm on each axis.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534156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465576"/>
            <a:ext cx="237744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6941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ORIENTATION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4700" y="3534156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246120" y="3465576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520440" y="3465576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No supports. Orientation is your lever; change the geometry if you must.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375404"/>
            <a:ext cx="23774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306824"/>
            <a:ext cx="237744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5354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SLICED PREVIEW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4375404"/>
            <a:ext cx="832104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3246120" y="4306824"/>
            <a:ext cx="8321040" cy="65836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20440" y="4306824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Read it layer by layer before queueing. Stay within the 200 g allocation.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41782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49240"/>
            <a:ext cx="10972800" cy="640080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492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C6F035"/>
                </a:solidFill>
                <a:latin typeface="Arial"/>
              </a:rPr>
              <a:t>2.2: HAND IN THE PRINT IN CLASS, WEEK 8 — OCT 13. DIGITAL FILES AND NOTES BY 11:59 PM THAT NIGHT.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3.2 — ARRAYS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10%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Three 17 × 11 sheets, submitted together as one assignment. Sheet 1 is today; Sheets 2 and 3 are next week's class.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1 ·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MODULE, 1D, 2D,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3.1 module alone, then in a row, a grid and layers. Label counts, spacing, axes and totals.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2 · WEEK 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FOUR FAÇADE PATTERNS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Your module in a 2D array, changed by if/Switch conditions. Each rule and its outcome captioned.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SHEET 3 · WEEK 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600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6002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61104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MATH SHAPES A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26864"/>
            <a:ext cx="3005327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Layered cubes, height driven by a function of X and Y. One isometric, formula and settings stated.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3.2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Computational understanding 30% · Visual communication 30% · Technical execution 25% · Exploration 15%.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88137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Submit exactly three 17 x 11 inch landscape sheets together as one assignment.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395728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327148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42544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395728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327148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418588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1 — four diagrams: your 3.1 module alone, then in a 1D, a 2D and a 3D array. Use the same module throughout, and label the counts, spacing and axes.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2939796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2871215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296951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2939796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287121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2962656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2 — four façade-pattern diagrams: apply if/Switch rules to a 2D array of your module to make four different patterns. Each diagram names its rule and what it changes.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3483863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415283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3513581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3483863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415283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3506723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Sheet 3 — a volume of cubes: make a 3D array of cubes and show it in isometric. Change the height of the cubes with a math function of both X and Y, such as sine or cosine, and explore the form it creates. Optionally, use Switch rules to make voids.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027931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3959351"/>
            <a:ext cx="777240" cy="397763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05764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027931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3959351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050791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Reuse the 3.1 panel on Sheets 1–2. On Sheet 2 you may change or remove selected copies to make a pattern. Use cubes, not the panel, on Sheet 3.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4571999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4503419"/>
            <a:ext cx="777240" cy="397763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4601717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4571999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4503419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4594859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Keep the diagrams simple, with the same view and material wherever studies are compared. Keep the lighting consistent; the four façade patterns don't need separate polished renders. Choose a suitable view for each array, and use isometric for the cube volume.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2940" y="5116067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594360" y="5047487"/>
            <a:ext cx="777240" cy="397763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94360" y="5145785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14499" y="5116067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1645919" y="5047487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920240" y="5138927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Build the repetition from basic nodes, starting with a count small enough to check by eye; there is no minimum number of copies.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2940" y="5660135"/>
            <a:ext cx="777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94360" y="5591555"/>
            <a:ext cx="777240" cy="397763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689853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14499" y="5660135"/>
            <a:ext cx="9921240" cy="397763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1645919" y="5591555"/>
            <a:ext cx="9921240" cy="397763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920240" y="5682995"/>
            <a:ext cx="9372600" cy="2148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>
                <a:solidFill>
                  <a:srgbClr val="000000"/>
                </a:solidFill>
                <a:latin typeface="Calibri"/>
              </a:rPr>
              <a:t>Use materials from the library the instructors provide, or make your own. Note which materials you used and any changes; pack any textures. Materials must keep the spacing, depth and repetition of the array readable. The library will be posted before this assignment is due; making your own is equally fine.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SHEET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Predict every total before you look.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A row: Count and Spacing exposed, spreadsheet open, the last X said out loud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row nested into a grid: rows × columns predicted first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grid repeated in Z — 3, 4 and 5 per axis compared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Your row bent onto a curve: edit the curve and watch the row follow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2.1 uploaded by 11:59 PM tonight; 2.2 print checked before you queue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D9E1"/>
                </a:solidFill>
                <a:latin typeface="Arial"/>
              </a:rPr>
              <a:t>A COUNT YOU CAN COUNT. NOT A THOUSAND OF ANYTHING,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7 — Oct 6: patterns — a brick wall with every other course shifted, if/Switch façade patterns, and a cube volume from X and Y (Sheets 2 and 3). Bring Sheet 1's graph working; we build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Nothing graded next week (studio reviews). 2.2 print in class Oct 13. 3.2, all three sheets: Oct 27.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Finish Sheet 1: module alone, then 1D, 2D and 3D — counts, spacing, axes and totals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Fix anything today's check flagged, then queue 2.2.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