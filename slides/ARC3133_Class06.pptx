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06  /  SEP 29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ATTRACTORS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P2 CONTINUES — THE RULE STOPS COMING FROM THE 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P2b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ATTRACTOR IS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For every point: how far is it from something? Use that number to drive a property.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WHOLE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for each point p: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d = distance(p, attractor)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size = f(d)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That is it. Everything else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is a choice of 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TWO NUMBERS, SAME JOB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INDEX told you where in the sequence.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DISTANCE tells you how far from something outside the collection.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Both are numbers driving a property. That is the only idea this week.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LAST WEEK YOU BUILT THE POSITIONS. THIS WEEK YOU MEASURE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THE FIELD BEFORE YOU CHANGE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Distance is a value at every point. Look at it as grey before it becomes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MEASURE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point gets a number: how far to the attractor.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DISPLAY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those numbers as grey. This is a drawing already.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REMAP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Push that range into the range your property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DRIVE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Only now does the component change. The field was finished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069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B4AC"/>
                </a:solidFill>
                <a:latin typeface="Arial"/>
              </a:rPr>
              <a:t>THE FIELD, READ AS A GREY VALUE ACROSS THE PLANE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70832"/>
            <a:ext cx="1219200" cy="4572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813560" y="4370832"/>
            <a:ext cx="1219200" cy="4572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032760" y="4370832"/>
            <a:ext cx="1219200" cy="4572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251960" y="4370832"/>
            <a:ext cx="1219200" cy="4572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71160" y="4370832"/>
            <a:ext cx="1219200" cy="4572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690360" y="4370832"/>
            <a:ext cx="1219200" cy="4572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909560" y="4370832"/>
            <a:ext cx="1219200" cy="4572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28760" y="4370832"/>
            <a:ext cx="1219200" cy="4572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347960" y="4370832"/>
            <a:ext cx="1219200" cy="4572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62940" y="5207508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4360" y="5138928"/>
            <a:ext cx="10972800" cy="62179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138928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THE GREY IMAGE IS NOT ALREADY A GOOD DRAWING, THE COMPONENT WILL NOT SAVE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P2b requires the measured field shown before the geometric result. That order is the assignment.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KINDS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arithmetic. What changes is what you measure the distance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SINGLE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distance(p,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MULTIPLE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nearest of several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CURVE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nearest location on a curve</a:t>
            </a:r>
          </a:p>
        </p:txBody>
      </p:sp>
      <p:sp>
        <p:nvSpPr>
          <p:cNvPr id="20" name="Oval 19"/>
          <p:cNvSpPr/>
          <p:nvPr/>
        </p:nvSpPr>
        <p:spPr>
          <a:xfrm>
            <a:off x="1076706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6706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076706" y="293293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076706" y="3152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76706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7670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07670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387602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387602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378708" y="2924044"/>
            <a:ext cx="58935" cy="589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373857" y="3138649"/>
            <a:ext cx="68637" cy="6863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376803" y="3361051"/>
            <a:ext cx="62744" cy="627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386771" y="3590475"/>
            <a:ext cx="42809" cy="4280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38760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69849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681978" y="2696962"/>
            <a:ext cx="74187" cy="741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666896" y="2901336"/>
            <a:ext cx="104350" cy="1043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659912" y="3113808"/>
            <a:ext cx="118319" cy="1183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664209" y="3337561"/>
            <a:ext cx="109724" cy="1097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677693" y="3570501"/>
            <a:ext cx="82757" cy="8275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696184" y="3808448"/>
            <a:ext cx="45775" cy="457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2001204" y="2485836"/>
            <a:ext cx="57527" cy="575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1978408" y="2682496"/>
            <a:ext cx="103119" cy="1031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957924" y="2881468"/>
            <a:ext cx="144086" cy="1440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946026" y="3089026"/>
            <a:ext cx="167882" cy="16788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953677" y="3316133"/>
            <a:ext cx="152581" cy="1525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972960" y="3554872"/>
            <a:ext cx="114015" cy="1140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1995400" y="3796768"/>
            <a:ext cx="69135" cy="691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307949" y="2481685"/>
            <a:ext cx="65829" cy="6582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283371" y="2676563"/>
            <a:ext cx="114984" cy="114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258797" y="2871445"/>
            <a:ext cx="164133" cy="16413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234294" y="3066398"/>
            <a:ext cx="213139" cy="21313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2252655" y="3304215"/>
            <a:ext cx="176417" cy="1764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277227" y="3548243"/>
            <a:ext cx="127272" cy="1272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301804" y="3792276"/>
            <a:ext cx="78118" cy="7811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2622545" y="2485385"/>
            <a:ext cx="58428" cy="584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2599571" y="2681867"/>
            <a:ext cx="104377" cy="1043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2578738" y="2880490"/>
            <a:ext cx="146043" cy="14604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2566366" y="3087574"/>
            <a:ext cx="170786" cy="1707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2574362" y="3315026"/>
            <a:ext cx="154794" cy="15479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2594057" y="3554177"/>
            <a:ext cx="115405" cy="11540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2616706" y="3796282"/>
            <a:ext cx="70107" cy="701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2942082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924553" y="2695953"/>
            <a:ext cx="76205" cy="7620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2909202" y="2900058"/>
            <a:ext cx="106907" cy="1069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2902036" y="3112348"/>
            <a:ext cx="121239" cy="12123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2906450" y="3336218"/>
            <a:ext cx="112410" cy="11241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920203" y="3569427"/>
            <a:ext cx="84904" cy="849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938926" y="3807606"/>
            <a:ext cx="47459" cy="474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325297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3252978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3242712" y="2922672"/>
            <a:ext cx="61679" cy="616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3237771" y="3137187"/>
            <a:ext cx="71561" cy="715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3240774" y="3359646"/>
            <a:ext cx="65555" cy="655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3250902" y="3589230"/>
            <a:ext cx="45298" cy="452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325297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563874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563874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3563874" y="293293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563874" y="3152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3563874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356387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356387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2290572" y="314096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774907" y="2461475"/>
            <a:ext cx="106249" cy="10624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4765604" y="2671628"/>
            <a:ext cx="124855" cy="1248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4768937" y="2894417"/>
            <a:ext cx="118188" cy="11818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4782664" y="3127600"/>
            <a:ext cx="90735" cy="907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4801192" y="3365584"/>
            <a:ext cx="53679" cy="536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807458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480745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5070547" y="2446219"/>
            <a:ext cx="136761" cy="1367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053855" y="2648983"/>
            <a:ext cx="170145" cy="17014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5060840" y="2875424"/>
            <a:ext cx="156175" cy="1561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081163" y="3115203"/>
            <a:ext cx="115528" cy="1155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5103327" y="3356823"/>
            <a:ext cx="71200" cy="712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511835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511835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5379391" y="2444167"/>
            <a:ext cx="140864" cy="1408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359854" y="2644086"/>
            <a:ext cx="179938" cy="17993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5368686" y="2872374"/>
            <a:ext cx="162275" cy="1622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390538" y="3113682"/>
            <a:ext cx="118570" cy="1185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5413232" y="3355832"/>
            <a:ext cx="73183" cy="7318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5429250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5429250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5703363" y="2457243"/>
            <a:ext cx="114713" cy="11471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5692879" y="2666215"/>
            <a:ext cx="135681" cy="1356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5696709" y="2889501"/>
            <a:ext cx="128021" cy="12802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5711760" y="3124008"/>
            <a:ext cx="97919" cy="979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5731230" y="3362934"/>
            <a:ext cx="58978" cy="589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574014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574014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6033605" y="2476589"/>
            <a:ext cx="76021" cy="7602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026879" y="2689319"/>
            <a:ext cx="89472" cy="894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029208" y="2911104"/>
            <a:ext cx="84815" cy="848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6039675" y="3141027"/>
            <a:ext cx="63881" cy="638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033076" y="3353884"/>
            <a:ext cx="77078" cy="770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028639" y="3568903"/>
            <a:ext cx="85953" cy="8595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6033076" y="3792796"/>
            <a:ext cx="77078" cy="770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636193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6361005" y="2712549"/>
            <a:ext cx="43013" cy="4301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359093" y="2930093"/>
            <a:ext cx="46836" cy="468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6339371" y="3129827"/>
            <a:ext cx="86281" cy="862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6323241" y="3333153"/>
            <a:ext cx="118541" cy="1185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316218" y="3545586"/>
            <a:ext cx="132588" cy="13258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6323241" y="3772065"/>
            <a:ext cx="118541" cy="1185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6672834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6672834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6662818" y="2922922"/>
            <a:ext cx="61179" cy="611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6640198" y="3119758"/>
            <a:ext cx="106419" cy="1064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6618346" y="3317362"/>
            <a:ext cx="150123" cy="150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6603796" y="3522268"/>
            <a:ext cx="179222" cy="1792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618346" y="3756274"/>
            <a:ext cx="150123" cy="150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983730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6983730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6973942" y="2923150"/>
            <a:ext cx="60723" cy="607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6951430" y="3120094"/>
            <a:ext cx="105747" cy="10574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929861" y="3317981"/>
            <a:ext cx="148885" cy="1488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6916064" y="3523640"/>
            <a:ext cx="176479" cy="1764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6929861" y="3756893"/>
            <a:ext cx="148885" cy="1488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7294626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7294626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7292401" y="2930713"/>
            <a:ext cx="45597" cy="4559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7272888" y="3130656"/>
            <a:ext cx="84623" cy="846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7257074" y="3334298"/>
            <a:ext cx="116251" cy="1162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7250277" y="3546957"/>
            <a:ext cx="129844" cy="1298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7257074" y="3773210"/>
            <a:ext cx="116251" cy="1162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5271516" y="272948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6780276" y="355244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545068" y="323240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583499" y="320660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621930" y="318085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660361" y="315520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698793" y="312972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737224" y="310445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775655" y="307944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814087" y="305476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852518" y="30304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890949" y="30065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929381" y="298310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967812" y="29601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9006243" y="29378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9044674" y="291609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9083106" y="28950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9121537" y="2874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9159968" y="285497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9198400" y="283611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9236831" y="2818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9275262" y="28008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9313694" y="2784601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9352125" y="27692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9390556" y="27548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9428988" y="27414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9467419" y="27290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9505850" y="27176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9544281" y="270740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9582713" y="26982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9621144" y="26901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9659575" y="26831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9698007" y="26773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9736438" y="267265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9774869" y="266914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9813301" y="266679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851732" y="2665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890163" y="2665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928594" y="266679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967026" y="266914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10005457" y="267265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10043888" y="26773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10082320" y="26831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120751" y="26901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159182" y="26982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197614" y="270740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236045" y="27176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0274476" y="27290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10312908" y="27414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10351339" y="27548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10389770" y="27692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10428201" y="2784601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10466633" y="28008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10505064" y="2818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10543495" y="283611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0581927" y="285497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10620358" y="2874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10658789" y="28950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10697221" y="291609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735652" y="29378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774083" y="29601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812514" y="298310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850946" y="30065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889377" y="30304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10927808" y="305476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10966240" y="307944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11004671" y="310445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11043102" y="312972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11081534" y="315520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11119965" y="318085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11158396" y="320660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11196828" y="323240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8538210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8524768" y="2700040"/>
            <a:ext cx="68031" cy="6803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8496239" y="2890967"/>
            <a:ext cx="125089" cy="12508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8467709" y="3081893"/>
            <a:ext cx="182148" cy="182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8477219" y="3310859"/>
            <a:ext cx="163128" cy="1631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8505748" y="3558844"/>
            <a:ext cx="106070" cy="1060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8534278" y="3806830"/>
            <a:ext cx="49011" cy="4901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8837657" y="2482577"/>
            <a:ext cx="64045" cy="6404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8809128" y="2673504"/>
            <a:ext cx="121103" cy="1211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8780598" y="2864430"/>
            <a:ext cx="178162" cy="17816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8786122" y="3089410"/>
            <a:ext cx="167115" cy="1671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814651" y="3337395"/>
            <a:ext cx="110056" cy="11005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843180" y="3585380"/>
            <a:ext cx="52998" cy="529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4910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125576" y="2459600"/>
            <a:ext cx="109998" cy="1099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097047" y="2650527"/>
            <a:ext cx="167056" cy="16705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091465" y="2864401"/>
            <a:ext cx="178220" cy="1782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119995" y="3112387"/>
            <a:ext cx="121161" cy="1211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148524" y="3360372"/>
            <a:ext cx="64103" cy="641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160002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16000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420137" y="2443265"/>
            <a:ext cx="142668" cy="1426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391608" y="2634192"/>
            <a:ext cx="199727" cy="1997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9418696" y="2880736"/>
            <a:ext cx="145550" cy="1455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9447226" y="3128722"/>
            <a:ext cx="88491" cy="88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9470898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9470898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947089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9723530" y="2435762"/>
            <a:ext cx="157674" cy="157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9708566" y="2640254"/>
            <a:ext cx="187603" cy="187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9737095" y="2888239"/>
            <a:ext cx="130544" cy="1305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9765624" y="3136224"/>
            <a:ext cx="73486" cy="734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9781794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978179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978179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036763" y="2438099"/>
            <a:ext cx="153001" cy="1530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017125" y="2637917"/>
            <a:ext cx="192276" cy="1922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045655" y="2885903"/>
            <a:ext cx="135217" cy="1352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074184" y="3133888"/>
            <a:ext cx="78159" cy="781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092690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092690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092690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0359521" y="2449961"/>
            <a:ext cx="129277" cy="1292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0330992" y="2640888"/>
            <a:ext cx="186335" cy="1863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0344689" y="2874041"/>
            <a:ext cx="158941" cy="1589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0373218" y="3122026"/>
            <a:ext cx="101882" cy="10188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0401747" y="3370011"/>
            <a:ext cx="44824" cy="448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1040358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1040358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10690213" y="2469757"/>
            <a:ext cx="89684" cy="896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10661684" y="2660684"/>
            <a:ext cx="146743" cy="14674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10635788" y="2854244"/>
            <a:ext cx="198534" cy="1985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10664318" y="3102230"/>
            <a:ext cx="141475" cy="1414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10692847" y="3350215"/>
            <a:ext cx="84417" cy="844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10714482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1071448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1102537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997655" y="2685759"/>
            <a:ext cx="96592" cy="965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969126" y="2876686"/>
            <a:ext cx="153650" cy="1536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950138" y="3077154"/>
            <a:ext cx="191626" cy="1916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78667" y="3325139"/>
            <a:ext cx="134568" cy="1345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1007197" y="3573125"/>
            <a:ext cx="77509" cy="7750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1102537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Whatever you measure to, the output is the same thing: one number per point. The attractor is not an object — it is a question you ask of every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REMAP, AND SAY WHERE YOU CLAMPED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Distance comes out in model units. Your property needs a specific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(d − dmin) / (dmax − dmin)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= outmin + t × (outmax − outmin)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   0 … 8.4 units      ← source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 0.1 … 1.0 radius   ←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SUBTRACT. DIVIDE. MULTIPLY. ADD.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Nothing here is new — it is the arithmetic from Week 2 applied to a distance instead of a coordinate.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Clamping is a decision, not a safety net. Decide what happens past the end of your range and say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P2b REQUIRES SOURCE AND TARGET RANGES, CLAMPING AND FALLOFF STATED ON THE SHEET.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FALLOFF IS THE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 is your decision. It is where the graphic quality actually comes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v = d</a:t>
            </a:r>
          </a:p>
        </p:txBody>
      </p:sp>
      <p:sp>
        <p:nvSpPr>
          <p:cNvPr id="10" name="Oval 9"/>
          <p:cNvSpPr/>
          <p:nvPr/>
        </p:nvSpPr>
        <p:spPr>
          <a:xfrm>
            <a:off x="86182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42289" y="288264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22756" y="29100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03223" y="29375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83690" y="29649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264158" y="299237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44625" y="30198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425092" y="304723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505559" y="30746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86026" y="310210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6649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46961" y="315696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827428" y="318439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907895" y="32118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988362" y="323926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068830" y="32666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149297" y="329412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229764" y="332155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310231" y="334899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390698" y="337642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71166" y="340385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551633" y="34312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2632100" y="34587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712567" y="34861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793034" y="351358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87350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5039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Even change all the way across.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INVERSE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8444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v = 1 / d</a:t>
            </a:r>
          </a:p>
        </p:txBody>
      </p:sp>
      <p:sp>
        <p:nvSpPr>
          <p:cNvPr id="44" name="Oval 43"/>
          <p:cNvSpPr/>
          <p:nvPr/>
        </p:nvSpPr>
        <p:spPr>
          <a:xfrm>
            <a:off x="3650741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731209" y="298794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811676" y="307763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3892143" y="314229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3972610" y="319111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053078" y="32292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133545" y="325994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214012" y="32851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294479" y="33061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374946" y="33239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4455414" y="333930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4535881" y="335260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4616348" y="336426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696815" y="33745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4777282" y="338372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4857750" y="339192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4938217" y="339931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018684" y="3406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099151" y="34121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179618" y="34176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260086" y="342277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340553" y="34274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5421020" y="34318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5501487" y="343582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5581954" y="34395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5662422" y="34430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3639311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11879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1879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Sharp near the attractor, flat far off.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SMOOTH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7336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eased</a:t>
            </a:r>
          </a:p>
        </p:txBody>
      </p:sp>
      <p:sp>
        <p:nvSpPr>
          <p:cNvPr id="78" name="Oval 77"/>
          <p:cNvSpPr/>
          <p:nvPr/>
        </p:nvSpPr>
        <p:spPr>
          <a:xfrm>
            <a:off x="643966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520129" y="28584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600596" y="286767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6681063" y="28824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6761530" y="290226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6841998" y="292653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6922465" y="295475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7002932" y="29864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083399" y="302094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163866" y="305785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244334" y="30966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324801" y="31366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7405268" y="31775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7485735" y="321867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7566202" y="325953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646670" y="329961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727137" y="33383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7807604" y="337528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7888071" y="340982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7968538" y="34414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049006" y="346969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129473" y="349396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8209940" y="35137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8290407" y="352854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8370874" y="353780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845134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42823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0080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40080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Soft at both ends. Usually the best-looking.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THRESHOLD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6228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on / off at a cut</a:t>
            </a:r>
          </a:p>
        </p:txBody>
      </p:sp>
      <p:sp>
        <p:nvSpPr>
          <p:cNvPr id="112" name="Oval 111"/>
          <p:cNvSpPr/>
          <p:nvPr/>
        </p:nvSpPr>
        <p:spPr>
          <a:xfrm>
            <a:off x="922858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309049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389516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469983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550450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630918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711385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79185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872319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952786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033254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113721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194188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10274655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1035512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435590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10516057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10596524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10676991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10757458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10837926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10918393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998860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11079327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11159794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1124026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921715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8972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8972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No gradient at all. Two populations.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Two students with the same attractor and different falloff produce completely different images. This is a design decision, not a setting.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Measure, remap, clamp, shape the falloff, then place. In that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p in points: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d = distance(p, attractor)             # or min(...) over several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t = (d - d_min) / (d_max - d_min)      # remap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t = clamp(t, 0,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t = falloff(t)                         # linear, inverse, smooth,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size = out_min + t * (out_max - out_min)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place(component, p, scale=size)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distance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external condition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field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remap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clamp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falloff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nearest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LINE 2 IS THE ONLY LINE THAT CHANGES BETWEEN THE THREE ATTRACTOR TYPES.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P2b — ATTRACTOR FIELD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9 — Oct 20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Hold the component and the arrangement constant, and change only what you measure against. The comparison is the assignment: three attractor types, one field logic, and an architectural intention you can defend.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COMPARE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THREE 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Single point, multiple points, and a curve — same array.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FIELD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measured field, then the geometric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ARGUE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INTENTION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spatial or architectural reason, demonstrated 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60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 up to two sheets, compare single-point, multiple-point and curve attractors, holding the P1b panel and one arrangement from P2a constant so only the measurement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58084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89504"/>
            <a:ext cx="777240" cy="960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689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58084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89504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80944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the measured field before the geometric result. State source and target ranges, clamping and falloff.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64508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95928"/>
            <a:ext cx="777240" cy="960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754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64508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95928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87368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Develop one spatial or architectural intention and demonstrate a live change to the attractor or mapping.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225796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157216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5157216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8 — Oct 13 — Bring the grayscale field and a first geometric response to midterm as work in progress.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measure, look, remap, and only then attach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Distance to one point measured across your existing array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field displayed as grey, on its own, before anything changes shape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Source and target ranges written down — actual numbers, not guesses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property driven: size, height or rotation. Just one, for now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attractor moved, and you can explain the response without looking at the graph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MOVE THE ATTRACTOR. IF YOU CANNOT PREDICT WHAT HAPPENS, STOP AND READ THE FIELD.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U06 — Tessellation and lattices. The same measurement-and-remap logic, applied to a connected system instead of loose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is due Week 9. Get all three attractor types running on the same array — the comparison is what is being graded.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To the midterm: the grayscale field and a first geometric response, as work in progress.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P2a and P1c are both due at the midterm, along with the GSM. Do not leave the print to the last week — the queue is shared.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