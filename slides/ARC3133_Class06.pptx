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06  /  SEP 29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1D · 2D · 3D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P3b BEGINS — SHEET 1: ONE MODULE, MANY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P3a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P3b ISSUED TODAY  /  P2b PRINT CHECKPOINT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your module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0   →   p = start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1   →   p = start + step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2   →   p = start + 2 × step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000000"/>
                </a:solidFill>
                <a:latin typeface="Courier New"/>
              </a:rPr>
              <a:t>p[i] = start + i ×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THINGS TO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LIST — what is in the collection.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COUNT — how many there are.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INDEX — where each one sits in the order.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index is the only new idea. It is a counter that tells each copy how far along it is — and therefore where it goes.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Your P3a module is the component. It does not change in P3b — only where it goes.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REPEAT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loop, made visible. Repeat Input, a body, Repeat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Repeat Input   →  body  →  Repeat Output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Everything between the two runs once per iteration. Whatever you hand to Repeat Input comes back changed, once for every step of the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READ IT SMALL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Set the count to 3 and look at the spreadsheet.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Then 4. Then 5.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collection you cannot inspect is a collection you cannot debug. There is no minimum count and no prize for a large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BUILD IT AT A COUNT YOU CAN COUNT. SCALE UP ONLY ONCE IT IS RIGHT.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ONE COUNTER, TWO,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Linear, nested grid, XYZ cube. Each one is the last one, repeated along a new axis.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1D — 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Courier New"/>
              </a:rPr>
              <a:t>count =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n = 5  → 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3692" y="185166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2D — NESTED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Courier New"/>
              </a:rPr>
              <a:t>count = n ×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n = 5  →  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4444" y="185166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55864" y="178308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3D — XYZ CUBE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Courier New"/>
              </a:rPr>
              <a:t>count = n³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n = 3  →  27</a:t>
            </a:r>
          </a:p>
        </p:txBody>
      </p:sp>
      <p:sp>
        <p:nvSpPr>
          <p:cNvPr id="23" name="Oval 22"/>
          <p:cNvSpPr/>
          <p:nvPr/>
        </p:nvSpPr>
        <p:spPr>
          <a:xfrm>
            <a:off x="1389888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828800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267712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706624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45536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5129784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129784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5129784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5129784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5129784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5477256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5477256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477256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477256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477256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5824728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824728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5824728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5824728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824728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172200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6172200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6172200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172200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172200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519672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519672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6519672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6519672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6519672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52678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52678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52678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80110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80110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80110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07542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07542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07542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403336" y="3520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k = 0</a:t>
            </a:r>
          </a:p>
        </p:txBody>
      </p:sp>
      <p:sp>
        <p:nvSpPr>
          <p:cNvPr id="63" name="Oval 62"/>
          <p:cNvSpPr/>
          <p:nvPr/>
        </p:nvSpPr>
        <p:spPr>
          <a:xfrm>
            <a:off x="948690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48690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48690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76122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76122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76122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1003554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003554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03554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363456" y="3520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k = 1</a:t>
            </a:r>
          </a:p>
        </p:txBody>
      </p:sp>
      <p:sp>
        <p:nvSpPr>
          <p:cNvPr id="73" name="Oval 72"/>
          <p:cNvSpPr/>
          <p:nvPr/>
        </p:nvSpPr>
        <p:spPr>
          <a:xfrm>
            <a:off x="1044702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1044702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1044702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1072134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1072134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72134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099566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99566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99566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0323576" y="3520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k = 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PREDICT THE TOTAL BEFORE YOU LOOK. COMPARE 3, 4 AND 5 PER AXIS: 27, 64, 125.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INDEX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Which counter runs inside decides the order. Label it on the sheet.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 4 × 3 GRID, i INSIDE j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3672" y="2743200"/>
            <a:ext cx="1280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j = 2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j = 1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j =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718304"/>
            <a:ext cx="2633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i →  0 · 1 · 2 ·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06540" y="1943100"/>
            <a:ext cx="502920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537960" y="1874519"/>
            <a:ext cx="502920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FLAT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256032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Courier New"/>
              </a:rPr>
              <a:t>2D:  index = i + j × cols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Courier New"/>
              </a:rPr>
              <a:t>3D:  index = i + j × n + k × n²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Swap the loops and the same positions get different numbers. The picture looks the same; any rule that reads the index does not.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SAY IT OUT LOUD: WHICH WAY DOES i RUN, AND WHAT HAPPENS IF YOU SWAP THE LOOPS?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COMPARE + SWITCH IS AN IF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Test the index, then act on the answer. P3b requires one conditional selection: rule stated, before and after shown.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Compare   3 &lt;= i &lt;= 5    →  True / False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Switch    False → stay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          True  → lift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Compare asks the question. Switch chooses between two answers. Everything conditional in this course is those two nodes.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AN INDEX RANGE, LIFTED</a:t>
            </a:r>
          </a:p>
        </p:txBody>
      </p:sp>
      <p:sp>
        <p:nvSpPr>
          <p:cNvPr id="14" name="Oval 13"/>
          <p:cNvSpPr/>
          <p:nvPr/>
        </p:nvSpPr>
        <p:spPr>
          <a:xfrm>
            <a:off x="6739128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739128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739128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214616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214616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214616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690104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690104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690104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165592" y="244144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165592" y="2862072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165592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641080" y="244144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641080" y="2862072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641080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116568" y="244144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116568" y="2862072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116568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592056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592056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592056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0067544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0067544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0067544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0543032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0543032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543032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675120" y="416052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Indices 3 to 5 moved. The module is the same; only its placement changed.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CHECK THE RESULT AT TWO DIFFERENT COUNTS. IF IT ONLY WORKS AT ONE, IT IS NOT A RULE.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SHEET 1,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build together today: 1D, 2D, 3D, then one conditional.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098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313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6 · 1D: build a small linear array with Repeat Input and Repeat Output. Identify list, count and index.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5224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66644"/>
            <a:ext cx="777240" cy="9098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097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5224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66644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58084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6 · 2D: nest repetition into a grid. Identify rows and columns; predict the total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73068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04488"/>
            <a:ext cx="777240" cy="9098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5881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73068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04488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995928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6 · 3D: repeat the grid in Z for a cube array. Predict Count cubed; distinguish instances from a sampled volume.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010912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942332"/>
            <a:ext cx="777240" cy="9098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29666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010912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942332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033772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Use Compare and Switch for an if condition; select an index range and move only those copies.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P2b CHECKPOINT — PRINT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Check geometry, units, orientation and the sliced preview before queueing.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37744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GEOMETRY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851660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46120" y="1783080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Closed and solid. Every edge shared by two faces, no stray pieces.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92908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24328"/>
            <a:ext cx="237744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4700" y="2692908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46120" y="2624328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20440" y="262432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Real millimetres. Within 60 mm on each axis.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34156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465576"/>
            <a:ext cx="237744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941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4700" y="3534156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246120" y="3465576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3465576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No supports. Orientation is your lever;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375404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06824"/>
            <a:ext cx="237744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5354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SLICED PREVIEW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4375404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246120" y="4306824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20440" y="4306824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Read it layer by layer before queueing. Stay within the 200 g allocation.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C6F035"/>
                </a:solidFill>
                <a:latin typeface="Arial"/>
              </a:rPr>
              <a:t>P2b IS DUE AT THE MID-SEMESTER DEADLINE, WEEK 10 — OCT 27. HAND IN THE PRINT AND ITS PROCESS SHEET.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P3b —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8 — Oct 13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One assignment, exactly two 17 × 11 sheets, submitted together. Array your P3a module without changing it: sheet 1 today, sheet 2 next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1 ·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1D · 2D · 3D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Linear, nested grid, XYZ cube. Count, spacing, index order and predicted totals labelled.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2 · WEEK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HEX · RADIAL · CURVE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Staggered grid, radial array, and an array along a sine-driven curve.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MODULE STAYS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Vary only its placement. Expose count and spacing or radius in the graph.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Array your P3a module across exactly two 17 × 11 inch sheets, submitted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Sheet 1 — 1D, 2D and 3D arrays: a linear array, a nested grid and an XYZ cube array. Label count, spacing and index order; show the predicted total for 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Sheet 2 — hexagonal, radial and curve arrays: a staggered hexagonal grid, a radial array (radius, count, angular step) and an array along a curve, including one sine-driven curve with amplitude, frequency and phase labelled.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Keep the module unchanged; vary only its placement. Expose count and spacing or radius in the graph.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Build repetition from basic nodes and begin with a count you can inspect; there is no minimum element count.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Include one conditional selection on either sheet. State its rule (for example, indices 3–5 lift by 0.5) and show the array before and after it applies.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three arrays you can predict, and one conditional.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module on a linear array, count and spacing exposed, spreadsheet 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array nested into a grid, total predicted before you looked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grid repeated in Z: 3, 4 and 5 per axis compared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Index order labelled, and one index range moved with Compare and Switch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P3a submitted, and your P2b print geometry checked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A COUNT YOU CAN COUNT. NOT A THOUSAND OF ANYTHING,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7: hexagonal, radial and curve arrays — sheet 2 of P3b. Bring sheet 1's graph working; we build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Nothing is due next week; it is a studio-review week. P3b, both sheets together, is DUE WEEK 8 — Oct 13   /   7%.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sheet 1: linear, nested grid and XYZ cube, with count, spacing, index order and predicted totals labelled — and one conditional selection, rule stated.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P2b: fix anything flagged at today's checkpoint, then queue it. It is due at the mid-semester deadline, WEEK 10 — Oct 27, with its process sheet.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