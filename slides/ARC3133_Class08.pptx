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5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08  /  OCT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SUPPORTED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ARRAYS 1 AND 2. NO NEW TOPIC. FIX IT BEFORE SUNDAY.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NOTHING 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UPLOAD CLOSES SUN OCT 18, 11:59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WHAT THIS CLASS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A working session. Every sheet you bring gets looked at; nothing new is taught.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3517391" cy="3291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3517391" cy="3291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517391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060191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BRING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14600"/>
            <a:ext cx="3005327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·  All three array sheets: repetition, conditional patterns, application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·  Anything still open from 1, 2.1, 2.2 and 3.1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·  The editable files, not screenshots of 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0644" y="1897380"/>
            <a:ext cx="3517391" cy="3291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22064" y="1828800"/>
            <a:ext cx="3517391" cy="3291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22064" y="1828800"/>
            <a:ext cx="3517391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50664" y="1828800"/>
            <a:ext cx="3060191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WE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8096" y="2514600"/>
            <a:ext cx="3005327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·  Loops, counts and spacing in the 1D, 2D and 3D arrays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·  if/Switch patterns in 2D, then the same rules in 3D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·  That the module resizes to its cell when counts and spacing change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8347" y="1897380"/>
            <a:ext cx="3517391" cy="3291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49767" y="1828800"/>
            <a:ext cx="3517391" cy="3291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49767" y="1828800"/>
            <a:ext cx="3517391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78367" y="1828800"/>
            <a:ext cx="3060191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YOU LEAVE WITH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799" y="2514600"/>
            <a:ext cx="3005327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·  A list of what to fix, in order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·  Captions that name the rule in plain words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·  Files that reopen and reproduce every sheet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" y="5509260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94360" y="5440680"/>
            <a:ext cx="10972800" cy="62179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SMALL COUNTS FIRST. A PATTERN YOU CANNOT CHECK BY EYE IS NOT CHECKED.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CHECK EVERY LINE BEFORE YOU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Open each file cold. If a step below fails, that is what to fix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Change a count or a spacing: every array rebuilds, the module fits its cell, totals stay right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Each of the four patterns names its rule and what happens when it is true and false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One modulo rule and one index-driven parameter change are among the four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application reads as one object, with a view that explains module and pattern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Materials noted, textures packed, and the file reopens showing exactly the sheets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412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D9E1"/>
                </a:solidFill>
                <a:latin typeface="Arial"/>
              </a:rPr>
              <a:t>IF YOU HAVE TO MOVE SOMETHING BY HAND AFTER CHANGING A COUNT, IT IS NOT PARAMETRIC YET.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THE MID-SEMESTER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Everything through Arrays, in one upload, by Sun Oct 18, 11:59 Pm. This is the record for the midterm grade.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11887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18872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GSM</a:t>
            </a:r>
          </a:p>
        </p:txBody>
      </p:sp>
      <p:sp>
        <p:nvSpPr>
          <p:cNvPr id="8" name="Rectangle 7"/>
          <p:cNvSpPr/>
          <p:nvPr/>
        </p:nvSpPr>
        <p:spPr>
          <a:xfrm>
            <a:off x="2080260" y="1851660"/>
            <a:ext cx="9555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011680" y="1783080"/>
            <a:ext cx="9555480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286000" y="1783080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Graphic Standards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78308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50" b="1">
                <a:solidFill>
                  <a:srgbClr val="000000"/>
                </a:solidFill>
                <a:latin typeface="Arial"/>
              </a:rPr>
              <a:t>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2564892"/>
            <a:ext cx="11887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2496312"/>
            <a:ext cx="1188720" cy="56692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60" y="26791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P2a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80260" y="2564892"/>
            <a:ext cx="9555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011680" y="2496312"/>
            <a:ext cx="9555480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286000" y="2496312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CSG - an architectural object as instructions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496312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50" b="1">
                <a:solidFill>
                  <a:srgbClr val="000000"/>
                </a:solidFill>
                <a:latin typeface="Arial"/>
              </a:rPr>
              <a:t>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" y="3278124"/>
            <a:ext cx="11887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94360" y="3209544"/>
            <a:ext cx="118872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33924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P2b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80260" y="3278124"/>
            <a:ext cx="9555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011680" y="3209544"/>
            <a:ext cx="9555480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286000" y="3209544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3D printing - from model to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209544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50" b="1">
                <a:solidFill>
                  <a:srgbClr val="000000"/>
                </a:solidFill>
                <a:latin typeface="Arial"/>
              </a:rPr>
              <a:t>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" y="3991356"/>
            <a:ext cx="11887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94360" y="3922776"/>
            <a:ext cx="118872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410565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P3a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80260" y="3991356"/>
            <a:ext cx="9555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2011680" y="3922776"/>
            <a:ext cx="9555480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86000" y="3922776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Descriptive geometry - build a reusable module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922776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50" b="1">
                <a:solidFill>
                  <a:srgbClr val="000000"/>
                </a:solidFill>
                <a:latin typeface="Arial"/>
              </a:rPr>
              <a:t>10%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" y="4704588"/>
            <a:ext cx="11887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94360" y="4636008"/>
            <a:ext cx="118872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48188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P3b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80260" y="4704588"/>
            <a:ext cx="9555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011680" y="4636008"/>
            <a:ext cx="9555480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286000" y="4636008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Arrays - repetition, patterns and architecture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636008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50" b="1">
                <a:solidFill>
                  <a:srgbClr val="000000"/>
                </a:solidFill>
                <a:latin typeface="Arial"/>
              </a:rPr>
              <a:t>10%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" y="5554980"/>
            <a:ext cx="10972800" cy="6035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94360" y="5486400"/>
            <a:ext cx="10972800" cy="60350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7240" y="5486400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NOTHING IS DUE TODAY. SUNDAY IS THE DEADLINE, NOT A SUGGESTION.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UPLOAD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Sun Oct 18, 11:59 Pm. Everything through Arrays. After that the midterm grade is computed from what is 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NEXT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Week 9 — Oct 20: Attractors. Distance replaces the index as the rule. P3c and P3study issued.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PANEL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Bring your 3.1 panel as a node group with one parameter exposed. Next week an attractor drives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FILES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Save a copy of the uploaded files before you keep working. The upload is the record.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