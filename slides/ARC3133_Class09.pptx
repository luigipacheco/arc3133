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5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09  /  OCT 20  /  U05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PLOTTER WORKFLOW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AND SITE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P3c + P3d CHECKPOINT — FIELD TO LINES, SITE TO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MIDTERM NEXT CLASS — WEEK 10 — OCT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 PLOTTER DRAWS LINES, NOT PIXELS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 screen can show any grey. A pen is either down or 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5349240" cy="2514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5349240" cy="2514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28800"/>
            <a:ext cx="5349240" cy="502920"/>
          </a:xfrm>
          <a:prstGeom prst="rect">
            <a:avLst/>
          </a:prstGeom>
          <a:solidFill>
            <a:srgbClr val="B4B4AC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ON SCREEN — A VALUE PER PIXEL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606040"/>
            <a:ext cx="533400" cy="685800"/>
          </a:xfrm>
          <a:prstGeom prst="rect">
            <a:avLst/>
          </a:prstGeom>
          <a:solidFill>
            <a:srgbClr val="FFFDF7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402080" y="2606040"/>
            <a:ext cx="533400" cy="685800"/>
          </a:xfrm>
          <a:prstGeom prst="rect">
            <a:avLst/>
          </a:prstGeom>
          <a:solidFill>
            <a:srgbClr val="E8E8E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935480" y="2606040"/>
            <a:ext cx="533400" cy="685800"/>
          </a:xfrm>
          <a:prstGeom prst="rect">
            <a:avLst/>
          </a:prstGeom>
          <a:solidFill>
            <a:srgbClr val="CFCFC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2468880" y="2606040"/>
            <a:ext cx="533400" cy="685800"/>
          </a:xfrm>
          <a:prstGeom prst="rect">
            <a:avLst/>
          </a:prstGeom>
          <a:solidFill>
            <a:srgbClr val="B4B4A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002280" y="2606040"/>
            <a:ext cx="533400" cy="685800"/>
          </a:xfrm>
          <a:prstGeom prst="rect">
            <a:avLst/>
          </a:prstGeom>
          <a:solidFill>
            <a:srgbClr val="96969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535680" y="2606040"/>
            <a:ext cx="533400" cy="685800"/>
          </a:xfrm>
          <a:prstGeom prst="rect">
            <a:avLst/>
          </a:prstGeom>
          <a:solidFill>
            <a:srgbClr val="75757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069080" y="2606040"/>
            <a:ext cx="533400" cy="685800"/>
          </a:xfrm>
          <a:prstGeom prst="rect">
            <a:avLst/>
          </a:prstGeom>
          <a:solidFill>
            <a:srgbClr val="52525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4602480" y="2606040"/>
            <a:ext cx="533400" cy="685800"/>
          </a:xfrm>
          <a:prstGeom prst="rect">
            <a:avLst/>
          </a:prstGeom>
          <a:solidFill>
            <a:srgbClr val="32323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35880" y="2606040"/>
            <a:ext cx="533400" cy="685800"/>
          </a:xfrm>
          <a:prstGeom prst="rect">
            <a:avLst/>
          </a:prstGeom>
          <a:solidFill>
            <a:srgbClr val="1C1C1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3474720"/>
            <a:ext cx="4800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Every sample can be any grey. Nothing needs to be drawn.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6500" y="1897380"/>
            <a:ext cx="5349240" cy="2514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17920" y="1828800"/>
            <a:ext cx="53492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46520" y="1828800"/>
            <a:ext cx="4892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ON PAPER — A STROKE OR NOTHING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025639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Connector 24"/>
          <p:cNvCxnSpPr/>
          <p:nvPr/>
        </p:nvCxnSpPr>
        <p:spPr>
          <a:xfrm>
            <a:off x="72923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7559039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76923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5908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0924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818133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35913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5369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6258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8692515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825865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959215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092565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91592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9" name="Connector 38"/>
          <p:cNvCxnSpPr/>
          <p:nvPr/>
        </p:nvCxnSpPr>
        <p:spPr>
          <a:xfrm>
            <a:off x="921258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31926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42593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53261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63930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96926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5" name="Connector 44"/>
          <p:cNvCxnSpPr/>
          <p:nvPr/>
        </p:nvCxnSpPr>
        <p:spPr>
          <a:xfrm>
            <a:off x="97370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8259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148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0037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09269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181589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02260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2" name="Connector 51"/>
          <p:cNvCxnSpPr/>
          <p:nvPr/>
        </p:nvCxnSpPr>
        <p:spPr>
          <a:xfrm>
            <a:off x="102641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3403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4165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4927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5689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6451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721340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10759440" y="2606040"/>
            <a:ext cx="533400" cy="685800"/>
          </a:xfrm>
          <a:prstGeom prst="rect">
            <a:avLst/>
          </a:prstGeom>
          <a:solidFill>
            <a:srgbClr val="FFFDF7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0" name="Connector 59"/>
          <p:cNvCxnSpPr/>
          <p:nvPr/>
        </p:nvCxnSpPr>
        <p:spPr>
          <a:xfrm>
            <a:off x="10792777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859452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926127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992802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059477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1126152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192827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259502" y="2606040"/>
            <a:ext cx="0" cy="68580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492240" y="3474720"/>
            <a:ext cx="4800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Every stroke is the same darkness. Grey comes from how many lines, how long and how close.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2940" y="47320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594360" y="466344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77240" y="46634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SO THE FIELD MUST BECOME GEOMETRY: CURVES WITH A START AND AN END. AN IMAGE WILL NOT PLOT.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" y="55778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B4B4AC"/>
                </a:solidFill>
                <a:latin typeface="Calibri"/>
              </a:rPr>
              <a:t>The grayscale field stays on the sheet as the legend. The line drawing is what the pen draws.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TRANSLATE THE FIELD INTO 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field, same remap. Only what the output number drives changes. Pick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LINE 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39572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length = out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78009" y="3000375"/>
            <a:ext cx="20044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64549" y="3331845"/>
            <a:ext cx="22736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75862" y="3663314"/>
            <a:ext cx="204735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0827" y="3994785"/>
            <a:ext cx="154805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92179" y="3000375"/>
            <a:ext cx="22742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65370" y="3331845"/>
            <a:ext cx="28103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89101" y="3663314"/>
            <a:ext cx="233577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20200" y="3994785"/>
            <a:ext cx="17137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624861" y="3000375"/>
            <a:ext cx="217377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606401" y="3331845"/>
            <a:ext cx="254297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622213" y="3663314"/>
            <a:ext cx="222673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50740" y="3994785"/>
            <a:ext cx="16561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971404" y="3000375"/>
            <a:ext cx="17961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961010" y="3331845"/>
            <a:ext cx="20039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69658" y="3663314"/>
            <a:ext cx="183103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91212" y="3994785"/>
            <a:ext cx="139995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22657" y="3000375"/>
            <a:ext cx="132425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15645" y="3331845"/>
            <a:ext cx="146449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321428" y="3663314"/>
            <a:ext cx="134883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337729" y="3994785"/>
            <a:ext cx="10228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75534" y="3000375"/>
            <a:ext cx="8199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670284" y="3331845"/>
            <a:ext cx="9249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674599" y="3663314"/>
            <a:ext cx="83861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683764" y="3994785"/>
            <a:ext cx="65532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5528" y="4370832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Long near, short far.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5186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3383279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ROTATION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84448" y="239572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angle = out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762563" y="2921384"/>
            <a:ext cx="209173" cy="15798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749855" y="3273365"/>
            <a:ext cx="234589" cy="11695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760286" y="3587434"/>
            <a:ext cx="213727" cy="15176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791917" y="3887463"/>
            <a:ext cx="150465" cy="21464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077491" y="2941943"/>
            <a:ext cx="234637" cy="11686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064335" y="3319428"/>
            <a:ext cx="260949" cy="2483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075133" y="3609880"/>
            <a:ext cx="239353" cy="10686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107906" y="3896674"/>
            <a:ext cx="173807" cy="19622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409445" y="2934018"/>
            <a:ext cx="226049" cy="13271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396439" y="3295872"/>
            <a:ext cx="252061" cy="7194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407113" y="3601099"/>
            <a:ext cx="230713" cy="124431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439504" y="3893323"/>
            <a:ext cx="165931" cy="20292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757836" y="2907317"/>
            <a:ext cx="184587" cy="18611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745567" y="3252823"/>
            <a:ext cx="209125" cy="15804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755637" y="3572491"/>
            <a:ext cx="188985" cy="181647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786151" y="3880397"/>
            <a:ext cx="127957" cy="22877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119825" y="2882825"/>
            <a:ext cx="115929" cy="23509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108819" y="3220396"/>
            <a:ext cx="137941" cy="222897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117854" y="3546758"/>
            <a:ext cx="119871" cy="23311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45151" y="3867850"/>
            <a:ext cx="65277" cy="253869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490707" y="2870142"/>
            <a:ext cx="29485" cy="26046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481388" y="3203008"/>
            <a:ext cx="48123" cy="25767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489040" y="3533282"/>
            <a:ext cx="32819" cy="260065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505450" y="3863721"/>
            <a:ext cx="0" cy="262128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584448" y="4370832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Lines turn with distance.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4078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6172200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SPACING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73368" y="239572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gap = out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492240" y="2834640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492240" y="2908706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492240" y="3008696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492240" y="3143682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492240" y="3325913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492240" y="3571925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492240" y="3904041"/>
            <a:ext cx="1965960" cy="0"/>
          </a:xfrm>
          <a:prstGeom prst="line">
            <a:avLst/>
          </a:prstGeom>
          <a:ln w="1587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6373368" y="4370832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Rows open up with distance.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029700" y="1851660"/>
            <a:ext cx="26060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Rectangle 78"/>
          <p:cNvSpPr/>
          <p:nvPr/>
        </p:nvSpPr>
        <p:spPr>
          <a:xfrm>
            <a:off x="8961120" y="1783080"/>
            <a:ext cx="26060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HATCH DENSITY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62288" y="239572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000000"/>
                </a:solidFill>
                <a:latin typeface="Courier New"/>
              </a:rPr>
              <a:t>lines per cell = out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9330309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9428607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9526905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625203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320479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399117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9477756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9556394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9635032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346692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477756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9608820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9713671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9792309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9870948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9949586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0028224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707118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9772650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9838182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9903714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9969246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0034778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9739884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9870948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0002012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0116693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214991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0313289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0411587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0106863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0185501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10264140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0342778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0421416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0133076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0264140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0395203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0559034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0755630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0526268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0657332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10788396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0657332" y="371856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1050524" y="283464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11050524" y="3276600"/>
            <a:ext cx="0" cy="387096"/>
          </a:xfrm>
          <a:prstGeom prst="line">
            <a:avLst/>
          </a:prstGeom>
          <a:ln w="1143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9162288" y="4370832"/>
            <a:ext cx="22037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alibri"/>
              </a:rPr>
              <a:t>More strokes, darker cell.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62940" y="5372100"/>
            <a:ext cx="10972800" cy="914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Rectangle 130"/>
          <p:cNvSpPr/>
          <p:nvPr/>
        </p:nvSpPr>
        <p:spPr>
          <a:xfrm>
            <a:off x="594360" y="5303520"/>
            <a:ext cx="10972800" cy="91440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FFFDF7"/>
                </a:solidFill>
                <a:latin typeface="Courier New"/>
              </a:rPr>
              <a:t>t = remap(distance(p, a))         # the field, unchanged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FFE500"/>
                </a:solidFill>
                <a:latin typeface="Courier New"/>
              </a:rPr>
              <a:t>line(p, angle, length)            # the last line is the translation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KEEP IT A CURVE. EXPORT AT SIZE.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The SVG is the drawing the plotter receives. Check it before the pen touches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1554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155448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783080"/>
            <a:ext cx="9098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Keep strokes as curves to the end. Do not convert them to a mesh or a filled shape.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2583180"/>
            <a:ext cx="1554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2514600"/>
            <a:ext cx="1554480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26974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514600"/>
            <a:ext cx="9098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Set the drawing to the plotted size — 17 × 11 inches, or the confirmed plotter size — and export at 100%.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" y="3314700"/>
            <a:ext cx="1554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94360" y="3246120"/>
            <a:ext cx="155448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342900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246120"/>
            <a:ext cx="9098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Know the unit of the file and of the export. Measure one known line in the SVG.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4046220"/>
            <a:ext cx="1554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77639"/>
            <a:ext cx="155448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160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3977639"/>
            <a:ext cx="9098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One pen weight, or a declared set of pens, one layer or colour per pen.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" y="4777740"/>
            <a:ext cx="1554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94360" y="4709159"/>
            <a:ext cx="155448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94360" y="48920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MARGINS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709159"/>
            <a:ext cx="9098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Keep every stroke inside the paper, with a margin the pen can reach.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" y="560070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94360" y="5532120"/>
            <a:ext cx="10972800" cy="6400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5321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OPEN THE EXPORTED SVG ON ITS OWN AND MEASURE IT. WHAT YOU SEE THERE IS WHAT WILL PLOT.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TEST PLOT SMALL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A small crop of the real drawing, on the real paper, with the real pen.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26060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01   CROP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46020"/>
            <a:ext cx="26060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26060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1488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Take a small, dense corner of the drawing. Same line weight, same spacing.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186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828800"/>
            <a:ext cx="26060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83279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02   PEN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1860" y="2446020"/>
            <a:ext cx="26060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83279" y="2377440"/>
            <a:ext cx="26060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1879" y="2377440"/>
            <a:ext cx="21488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Check the tip and the ink. A dry or worn pen skips.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078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1828800"/>
            <a:ext cx="2606040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7220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03   PAPER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0780" y="2446020"/>
            <a:ext cx="26060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72200" y="2377440"/>
            <a:ext cx="26060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21488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Fixed flat, the right size, the right way round.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970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61120" y="1828800"/>
            <a:ext cx="26060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04   SPEED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9700" y="2446020"/>
            <a:ext cx="26060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61120" y="2377440"/>
            <a:ext cx="26060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89720" y="2377440"/>
            <a:ext cx="21488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Slower for dense areas. Watch the first strokes.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183380"/>
            <a:ext cx="10972800" cy="1234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114800"/>
            <a:ext cx="10972800" cy="1234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94360" y="4114800"/>
            <a:ext cx="109728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4114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THEN COMPARE THE TEST WITH THE SCREEN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66344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Does the darkest area still read as separate lines? Does the lightest area still read at all? Change the mapping, not the pen.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" y="57378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94360" y="56692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77240" y="56692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P3c CHECKPOINT TODAY: A SMALL TEST PLOT, IN YOUR HAND.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COMMON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Each one is visible in the SVG before it is visible on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429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429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DUPLICATE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6888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Two strokes on top of each other. The pen draws both: darker ink, longer plot, weaker paper.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" y="4343400"/>
            <a:ext cx="219456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44805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0000"/>
                </a:solidFill>
                <a:latin typeface="Calibri"/>
              </a:rPr>
              <a:t>Remove overlaps before export.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51860" y="1851660"/>
            <a:ext cx="2606040" cy="3429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383279" y="1783080"/>
            <a:ext cx="2606040" cy="3429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TOO-DENSE HATCHING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46888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Lines closer than the pen is wide merge into a blot and can wet through the paper.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84448" y="4343400"/>
            <a:ext cx="219456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44805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0000"/>
                </a:solidFill>
                <a:latin typeface="Calibri"/>
              </a:rPr>
              <a:t>Keep spacing above the pen width.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0780" y="1851660"/>
            <a:ext cx="2606040" cy="3429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172200" y="1783080"/>
            <a:ext cx="2606040" cy="3429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FILLS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3368" y="246888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A filled shape has no stroke to follow. It will not plot, or it plots only its outline.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3368" y="4343400"/>
            <a:ext cx="219456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44805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0000"/>
                </a:solidFill>
                <a:latin typeface="Calibri"/>
              </a:rPr>
              <a:t>Turn fills into hatching.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9700" y="1851660"/>
            <a:ext cx="2606040" cy="3429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61120" y="1783080"/>
            <a:ext cx="2606040" cy="3429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TOO MANY TINY STROKES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246888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Thousands of very short segments make a slow plot with little to see.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62288" y="4343400"/>
            <a:ext cx="2194560" cy="0"/>
          </a:xfrm>
          <a:prstGeom prst="rect">
            <a:avLst/>
          </a:prstGeom>
          <a:noFill/>
          <a:ln w="1905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62288" y="448056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0000"/>
                </a:solidFill>
                <a:latin typeface="Calibri"/>
              </a:rPr>
              <a:t>Simplify, or lower the count.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" y="560070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4360" y="5532120"/>
            <a:ext cx="10972800" cy="621792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53212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E500"/>
                </a:solidFill>
                <a:latin typeface="Arial"/>
              </a:rPr>
              <a:t>IF IT LOOKS WRONG AT 100% ON SCREEN, IT WILL LOOK WORSE ON PAPER.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MIXTLI WORKING REVIEW — THE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Mixtli is the Blender add-on provided for site analysis. Before any analysis, record the site.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26060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SOURCE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46020"/>
            <a:ext cx="26060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26060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1488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Where the site model or data came from. Name it on the sheet.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186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828800"/>
            <a:ext cx="26060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83279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1860" y="2446020"/>
            <a:ext cx="26060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83279" y="2377440"/>
            <a:ext cx="26060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1879" y="2377440"/>
            <a:ext cx="21488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What one unit is. Check it against one known dimension.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078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1828800"/>
            <a:ext cx="2606040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7220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SCALE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0780" y="2446020"/>
            <a:ext cx="26060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72200" y="2377440"/>
            <a:ext cx="26060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21488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The scale of the site plan or base view, with a bar.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970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61120" y="1828800"/>
            <a:ext cx="26060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ORIENTATION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9700" y="2446020"/>
            <a:ext cx="2606040" cy="14173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61120" y="2377440"/>
            <a:ext cx="2606040" cy="14173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89720" y="2377440"/>
            <a:ext cx="214884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North, and how the model is placed relative to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183380"/>
            <a:ext cx="10972800" cy="1234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114800"/>
            <a:ext cx="10972800" cy="12344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94360" y="4114800"/>
            <a:ext cx="1097280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" y="41148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AND ONE SENTENCE: WHY THIS SITE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466344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site you can document, and a reason you chose it. The reason becomes your analysis question.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" y="57378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94360" y="56692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77240" y="56692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P3d CHECKPOINT TODAY: YOUR SITE, ONE ANALYSIS WITH A LEGEND, AND A QUESTION.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ONE ANALYSIS, ONE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The add-on does the computation. The question, the comparison and the reading are yours.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01   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6888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One analysis. Record its type, inputs and settings. Legend and units on the image.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1860" y="1851660"/>
            <a:ext cx="26060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383279" y="1783080"/>
            <a:ext cx="26060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02   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46888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Change one thing — a setting, a time or a condition — and show both.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0780" y="1851660"/>
            <a:ext cx="26060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1783080"/>
            <a:ext cx="26060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03   INTERPRET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246888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Say what the output measures. Read it as a field: a value at every point, remapped to colour.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9700" y="1851660"/>
            <a:ext cx="260604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961120" y="1783080"/>
            <a:ext cx="260604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04   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2468880"/>
            <a:ext cx="21945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Name one spatial decision the reading supports, and draw it on the plan.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" y="514350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94360" y="5074920"/>
            <a:ext cx="10972800" cy="6400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77240" y="50749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SAME LOGIC AS P3c: A MEASURED VALUE, A STATED RANGE, A LEGEND, THEN A CONSEQUENCE.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A colourful image with no legend and no decision is not an analysis.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MIDTERM CHECKLIST — PROJECTS 1–3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Next class. Due then: GSM · MID · P2b · P3c · P3d. Tick every line before you print.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4459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Print and present Project 1: the four-page Graphic Standards Manual.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722168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53588"/>
            <a:ext cx="777240" cy="724204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91510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722168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653588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745028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Present Project 2: the CSG process sheet, the 3D printed CSG object and its process sheet.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92677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524097"/>
            <a:ext cx="777240" cy="7242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78561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592677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524097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615537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Present Project 3: one module sheet, two array sheets, the plotted attractor field drawing and one Mixtli site-analysis sheet.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63186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94606"/>
            <a:ext cx="777240" cy="72420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5612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463186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394606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486046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Bring editable files and dependencies. Change a parameter live, predict the result and explain the nodes or the Mixtli analysis settings.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33695"/>
            <a:ext cx="777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265115"/>
            <a:ext cx="777240" cy="724204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52663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5333695"/>
            <a:ext cx="9921240" cy="7242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5265115"/>
            <a:ext cx="9921240" cy="724204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5356555"/>
            <a:ext cx="9372600" cy="541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The review assesses revision and coherence across Projects 1-3. Earlier assignment grades remain separate. Project 4 follows the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CHECKPOINTS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one table at a time, then work on what the review found.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P3c: grayscale field with a legend, beside the line translation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P3c: an SVG at plotted size, and a small test plot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P3d: site recorded — source, units, scale, orientation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P3d: one Mixtli analysis with a legend and units, and a stated question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Midterm: every item on the checklist located, printed or booked for printing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E500"/>
                </a:solidFill>
                <a:latin typeface="Arial"/>
              </a:rPr>
              <a:t>FIX THE MAPPING TODAY. NEXT WEEK THERE IS NO TIME TO REPLOT.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MIDTERM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10 — Oct 27 is the midterm review of Projects 1–3. Due then: GSM, MID, P2b, P3c, P3d.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PLOT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Plot the final P3c drawing at full size. Keep the SVG, a photograph or scan of the plot and the editable graph.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SHEET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Finish the P3d sheet: annotated site, mapped analysis with legend and units, one comparison, one decision.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Printed sheets, the plotted drawing, the 3D print, and editable files with dependencies. Be ready to change a parameter live.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