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09  /  OCT 20  /  U05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SITE ANALYSIS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WITH MIXTLI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P3c + P3d CHECKPOINT — FIELD TO SITE, SITE TO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MIDTERM NEXT CLASS — WEEK 10 — OCT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SITE ANALYSIS IS A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Last class you built a field from distance. A site analysis reads the same 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2446020" y="1851660"/>
            <a:ext cx="4480560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2377440" y="1783080"/>
            <a:ext cx="4480560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377440" y="188823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ATTRACTOR FIELD — P3c</a:t>
            </a:r>
          </a:p>
        </p:txBody>
      </p:sp>
      <p:sp>
        <p:nvSpPr>
          <p:cNvPr id="8" name="Rectangle 7"/>
          <p:cNvSpPr/>
          <p:nvPr/>
        </p:nvSpPr>
        <p:spPr>
          <a:xfrm>
            <a:off x="7155180" y="1851660"/>
            <a:ext cx="4480560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086600" y="1783080"/>
            <a:ext cx="448056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086600" y="188823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SITE FIELD — P3d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446020"/>
            <a:ext cx="155448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377440"/>
            <a:ext cx="155448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59689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MEASURE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46020" y="244602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377440" y="2377440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06040" y="23774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Distance to the attractor, at every point of the grid.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5180" y="244602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86600" y="2377440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0" y="23774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A site value at every point, computed by Mixtli.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3223260"/>
            <a:ext cx="155448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3154680"/>
            <a:ext cx="155448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60" y="3374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REMAP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46020" y="322326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2377440" y="3154680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606040" y="315468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Distance range pushed into grey or a line property.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5180" y="322326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086600" y="3154680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315200" y="315468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The value range pushed into colour.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000500"/>
            <a:ext cx="155448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3931920"/>
            <a:ext cx="1554480" cy="6400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15137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LEGEND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6020" y="400050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377440" y="3931920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06040" y="393192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Near → far, with input and output ranges.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5180" y="400050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086600" y="3931920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393192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What the colour means, with units.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" y="4777740"/>
            <a:ext cx="155448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94360" y="4709159"/>
            <a:ext cx="1554480" cy="6400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94360" y="492861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USE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46020" y="477774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2377440" y="4709159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06040" y="4709159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The value drives a line the pen draws.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55180" y="4777740"/>
            <a:ext cx="448056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086600" y="4709159"/>
            <a:ext cx="4480560" cy="640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15200" y="4709159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The reading informs one spatial decision.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" y="564642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557784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77240" y="557784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MEASURE → REMAP → LEGEND. THE SAME THREE STEPS. THE SITE VERSION ENDS IN A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MIXTLI — RECORD THE SITE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Mixtli is a Blender add-on provided by the instructor. Before any analysis, record the site.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Where the site model or data came from. Name it on the sheet.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What one unit is. Check it against one known dimension.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SCALE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The scale of the site plan or base view, with a bar.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ORIENTATION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North, and how the model is placed relative to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183380"/>
            <a:ext cx="109728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114800"/>
            <a:ext cx="10972800" cy="1234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4114800"/>
            <a:ext cx="10972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114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AND ONE SENTENCE: WHY THIS SITE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66344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site you can document, and a reason you chose it. The reason becomes your analysis question.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" y="57378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94360" y="56692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P3d CHECKPOINT TODAY: YOUR SITE, ONE ANALYSIS WITH A LEGEND, AND A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ONE ANALYSIS, ONE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add-on does the computation. The question, the comparison and the reading are yours.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01  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analysis. Record its type, inputs and settings. Legend and units on the image.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186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83279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02   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Change one thing — a setting, a time or a condition — and show both.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03   INTERPRET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Say what the output measures. Read it as a field: a value at every point, remapped to colour.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70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61120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04  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Name one spatial decision the reading supports, and draw it on the plan.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514350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5074920"/>
            <a:ext cx="10972800" cy="6400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SAME LOGIC AS P3c: A MEASURED VALUE, A STATED RANGE, A LEGEND, THEN A CONSEQUENCE.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 colourful image with no legend and no decision is not an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P3d SHEET — ONE 17 ×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Four zones on one landscape sheet. Every zone answers to the same question.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6400800" cy="414169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6400800" cy="4141694"/>
          </a:xfrm>
          <a:prstGeom prst="rect">
            <a:avLst/>
          </a:prstGeom>
          <a:solidFill>
            <a:srgbClr val="FFFF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3337560" cy="2834640"/>
          </a:xfrm>
          <a:prstGeom prst="rect">
            <a:avLst/>
          </a:prstGeom>
          <a:solidFill>
            <a:srgbClr val="F4F4EE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41248" y="2029968"/>
            <a:ext cx="502920" cy="310896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8" y="2084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93392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00000"/>
                </a:solidFill>
                <a:latin typeface="Arial"/>
              </a:rPr>
              <a:t>ANNOTATED SITE PLAN</a:t>
            </a:r>
          </a:p>
          <a:p>
            <a:pPr algn="l">
              <a:lnSpc>
                <a:spcPct val="110000"/>
              </a:lnSpc>
            </a:pPr>
            <a:r>
              <a:rPr sz="1100" b="1">
                <a:solidFill>
                  <a:srgbClr val="000000"/>
                </a:solidFill>
                <a:latin typeface="Arial"/>
              </a:rPr>
              <a:t>OR BASE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920240"/>
            <a:ext cx="2651760" cy="1371600"/>
          </a:xfrm>
          <a:prstGeom prst="rect">
            <a:avLst/>
          </a:prstGeom>
          <a:solidFill>
            <a:srgbClr val="F4F4EE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15968" y="2029968"/>
            <a:ext cx="502920" cy="310896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15968" y="2084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993392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00000"/>
                </a:solidFill>
                <a:latin typeface="Arial"/>
              </a:rPr>
              <a:t>MAPPED ANALYSIS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429000"/>
            <a:ext cx="2651760" cy="1325880"/>
          </a:xfrm>
          <a:prstGeom prst="rect">
            <a:avLst/>
          </a:prstGeom>
          <a:solidFill>
            <a:srgbClr val="F4F4EE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315968" y="3538728"/>
            <a:ext cx="502920" cy="310896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15968" y="35935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502152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00000"/>
                </a:solidFill>
                <a:latin typeface="Arial"/>
              </a:rPr>
              <a:t>ONE COMPARISON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892040"/>
            <a:ext cx="6126480" cy="895574"/>
          </a:xfrm>
          <a:prstGeom prst="rect">
            <a:avLst/>
          </a:prstGeom>
          <a:solidFill>
            <a:srgbClr val="F4F4EE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41248" y="5001768"/>
            <a:ext cx="502920" cy="310896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8" y="5056631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65192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00000"/>
                </a:solidFill>
                <a:latin typeface="Arial"/>
              </a:rPr>
              <a:t>INTERPRETATION  →  ONE DECISION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931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B6B6B"/>
                </a:solidFill>
                <a:latin typeface="Arial"/>
              </a:rPr>
              <a:t>N ↑     SCALE BAR     SOURCE · UNITS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270248"/>
            <a:ext cx="1463040" cy="91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645919" y="4270248"/>
            <a:ext cx="7315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43400" y="26974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6B6B"/>
                </a:solidFill>
                <a:latin typeface="Arial"/>
              </a:rPr>
              <a:t>LEGEND + UNITS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2953512"/>
            <a:ext cx="264160" cy="18288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4607560" y="2953512"/>
            <a:ext cx="264160" cy="18288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4871720" y="2953512"/>
            <a:ext cx="264160" cy="18288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135880" y="2953512"/>
            <a:ext cx="264160" cy="18288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400040" y="2953512"/>
            <a:ext cx="264160" cy="18288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664200" y="2953512"/>
            <a:ext cx="264160" cy="18288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928360" y="2953512"/>
            <a:ext cx="264160" cy="18288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92520" y="2953512"/>
            <a:ext cx="264160" cy="18288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456680" y="2953512"/>
            <a:ext cx="264160" cy="18288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343400" y="4023360"/>
            <a:ext cx="1143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577840" y="4023360"/>
            <a:ext cx="1143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343400" y="41605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6B6B"/>
                </a:solidFill>
                <a:latin typeface="Arial"/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0" y="41605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6B6B"/>
                </a:solidFill>
                <a:latin typeface="Arial"/>
              </a:rPr>
              <a:t>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38060" y="1851660"/>
            <a:ext cx="4297680" cy="3383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7269480" y="1783080"/>
            <a:ext cx="4297680" cy="3383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269480" y="1783080"/>
            <a:ext cx="4297680" cy="50292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498079" y="17830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17830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FFFDF7"/>
                </a:solidFill>
                <a:latin typeface="Arial"/>
              </a:rPr>
              <a:t>EACH ZONE MUST SAY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2468880"/>
            <a:ext cx="384048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01  Where: the site, annotated. Source, units, scale, north.</a:t>
            </a:r>
          </a:p>
          <a:p>
            <a:pPr algn="l">
              <a:lnSpc>
                <a:spcPct val="120000"/>
              </a:lnSpc>
            </a:pPr>
            <a:r>
              <a:rPr sz="8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02  What: the analysis, mapped, with a legend and units.</a:t>
            </a:r>
          </a:p>
          <a:p>
            <a:pPr algn="l">
              <a:lnSpc>
                <a:spcPct val="120000"/>
              </a:lnSpc>
            </a:pPr>
            <a:r>
              <a:rPr sz="8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03  Against what: one change of setting, time or condition.</a:t>
            </a:r>
          </a:p>
          <a:p>
            <a:pPr algn="l">
              <a:lnSpc>
                <a:spcPct val="120000"/>
              </a:lnSpc>
            </a:pPr>
            <a:r>
              <a:rPr sz="8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04  So what: what the output measures, and the one decision it informs.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38060" y="5417820"/>
            <a:ext cx="4297680" cy="5760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7269480" y="5349240"/>
            <a:ext cx="4297680" cy="5760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452360" y="5349240"/>
            <a:ext cx="393192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ONE SHEET. ONE QUESTION. ONE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P3c CHECKPOINT — READ THE TEST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Bring the grayscale field, the line translation and a small test plot. Read the paper, not the screen.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6888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Does it draw clean from first stroke to last? No skips, no blots.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41148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22452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Wrong? Change the pen or the speed.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186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83279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46888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Right size and weight, fixed flat. Does the ink bleed or wet through?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84448" y="41148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422452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Wrong? Change the paper.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078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17220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LINE DENSITY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246888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Darkest area still separate lines? Lightest area still visible?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41148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422452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Wrong? Change the mapping.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SIZE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246888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Crop plotted at 100%. Final set to 17 × 11 or the confirmed plotter size.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2288" y="41148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2288" y="422452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Wrong? Fix the SVG export.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541782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349240"/>
            <a:ext cx="10972800" cy="62179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34924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ONE CHANGE AT A TIME. REPLOT THE SAME CROP. KEEP BOTH TESTS FOR THE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REMINDER — P3d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Pick a site you can document and state why you chose it. Record the source of the site model or data, its units, scale and orientation.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Analyze the site with the Mixtli add-on for Blender, provided by the instructor. Record the analysis type, inputs and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Make one 17 × 11 inch sheet with an annotated site plan or base view, the mapped analysis with a legend and units, and one comparison of settings, times or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Explain what the output measures, how it reads as a field — the same distance-and-remap logic as P3c — and how it informs one spatial decision on the site.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working file and dependencies. The add-on does the computation; the question, comparison and interpretation are yours.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9 — Oct 20 — Bring your chosen site, one Mixtli analysis with a legend and a stated analysis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MIDTERM CHECKLIST — PROJECTS 1–3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Next class. Due then: GSM · P2b · P3c · P3d · MID. Tick every line before you 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Print and present Project 1: the four-page Graphic Standards Manual.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Project 2: the CSG process sheet, the 3D printed CSG object and its process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Project 3: one module sheet, two array sheets, the plotted attractor field drawing and one Mixtli site-analysis sheet.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Bring editable files and dependencies. Change a parameter live, predict the result and explain the nodes or the Mixtli analysis settings.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The review assesses revision and coherence across Projects 1-3. Earlier assignment grades remain separate. Project 4 follows the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CHECKPOINTS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one table at a time, then work on what the review found.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P3c: test plot read for pen, paper, line density and size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P3c: mapping fixed, final plot at full size booked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P3d: site recorded — source, units, scale, orientation — and one question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P3d: one Mixtli analysis with legend and units, one comparison, one decision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Midterm: every item on the checklist located, printed or booked for printing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E500"/>
                </a:solidFill>
                <a:latin typeface="Arial"/>
              </a:rPr>
              <a:t>FIX THE MAPPING TODAY. NEXT WEEK THERE IS NO TIME TO REPLOT.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MIDTERM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Next class, Week 10 — Oct 27, is the midterm review of Projects 1–3. Due then: GSM, P2b, P3c, P3d and MID.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PLOT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Plot the final P3c drawing at full size. Keep the SVG, a photograph or scan of the plot and the editable graph.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SHEET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Finish the P3d sheet: annotated site, mapped analysis with legend and units, one comparison, one decision.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Printed sheets, the plotted drawing, the 3D print, and editable files with dependencies. Be ready to change a parameter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