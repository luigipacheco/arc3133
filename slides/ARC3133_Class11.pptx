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F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11  /  NOV 3  /  U07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SDF VOLUME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STUDIO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P4 CONTINUES — ONE SHAPE, WRITTEN AS A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P3d DUE · P4a CHECKPOINT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P3d DUE TODAY  /  P4a CHECKPOINT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A FIELD HAS A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At every point the function returns one number: how far to the surface, and on which side.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475488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475488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3928" y="2012648"/>
            <a:ext cx="180942" cy="18094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31049" y="2335237"/>
            <a:ext cx="166700" cy="166700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6621" y="2656277"/>
            <a:ext cx="155557" cy="155557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40369" y="2975493"/>
            <a:ext cx="148061" cy="14806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42071" y="3292663"/>
            <a:ext cx="144657" cy="144657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41615" y="3607675"/>
            <a:ext cx="145569" cy="145569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9032" y="3920560"/>
            <a:ext cx="150735" cy="150735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34486" y="4231482"/>
            <a:ext cx="159826" cy="159826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28229" y="4540693"/>
            <a:ext cx="172341" cy="17234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150950" y="2024202"/>
            <a:ext cx="157835" cy="157835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158968" y="2347688"/>
            <a:ext cx="141799" cy="141799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165353" y="2669541"/>
            <a:ext cx="129029" cy="129029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169716" y="2989372"/>
            <a:ext cx="120303" cy="120303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171718" y="3306842"/>
            <a:ext cx="116298" cy="116298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171180" y="3621772"/>
            <a:ext cx="117374" cy="11737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168153" y="3934213"/>
            <a:ext cx="123429" cy="123429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162893" y="4244421"/>
            <a:ext cx="133948" cy="133948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155775" y="4552771"/>
            <a:ext cx="148185" cy="148185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477198" y="2034982"/>
            <a:ext cx="136274" cy="13627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486298" y="2359550"/>
            <a:ext cx="118074" cy="11807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493728" y="2682448"/>
            <a:ext cx="103214" cy="10321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498929" y="3003117"/>
            <a:ext cx="92812" cy="9281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501358" y="3321014"/>
            <a:ext cx="87954" cy="8795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500703" y="3635827"/>
            <a:ext cx="89264" cy="8926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497052" y="3947644"/>
            <a:ext cx="96566" cy="96566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1490843" y="4256903"/>
            <a:ext cx="108984" cy="10898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482648" y="4564176"/>
            <a:ext cx="125375" cy="125375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802357" y="2044673"/>
            <a:ext cx="116893" cy="116893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812734" y="2370518"/>
            <a:ext cx="96139" cy="96139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821515" y="2694767"/>
            <a:ext cx="78576" cy="78576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827906" y="3016626"/>
            <a:ext cx="65794" cy="6579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792224" y="3296411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830148" y="3649804"/>
            <a:ext cx="61311" cy="6131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825571" y="3960695"/>
            <a:ext cx="70464" cy="7046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818064" y="4268656"/>
            <a:ext cx="85478" cy="85478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808530" y="4574590"/>
            <a:ext cx="104547" cy="104547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2125975" y="2052823"/>
            <a:ext cx="100592" cy="10059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2137772" y="2380088"/>
            <a:ext cx="76998" cy="76998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2107691" y="2665475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2107691" y="2980944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2146241" y="3334961"/>
            <a:ext cx="60061" cy="60061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2107691" y="3611879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2107691" y="3927347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2144065" y="4279189"/>
            <a:ext cx="64413" cy="64413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2132933" y="4583525"/>
            <a:ext cx="86676" cy="86676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2447468" y="2058848"/>
            <a:ext cx="88543" cy="88543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2460628" y="2387476"/>
            <a:ext cx="62223" cy="62223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2423159" y="2665475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2453993" y="3011777"/>
            <a:ext cx="75492" cy="7549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2447665" y="3320917"/>
            <a:ext cx="88148" cy="88148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2449513" y="3638233"/>
            <a:ext cx="84452" cy="8445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2458171" y="3962359"/>
            <a:ext cx="67136" cy="67136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2423159" y="4242816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2455157" y="4590281"/>
            <a:ext cx="73164" cy="7316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2766205" y="2062117"/>
            <a:ext cx="82004" cy="8200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2738627" y="2350007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2774482" y="2701330"/>
            <a:ext cx="65450" cy="6545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2760894" y="3003210"/>
            <a:ext cx="92626" cy="92626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2749615" y="3307399"/>
            <a:ext cx="115185" cy="115185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2753652" y="3626904"/>
            <a:ext cx="107111" cy="107111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766524" y="3955244"/>
            <a:ext cx="81366" cy="81366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2738627" y="4242816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2774365" y="4594021"/>
            <a:ext cx="65684" cy="6568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3081745" y="2062189"/>
            <a:ext cx="81861" cy="8186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3054096" y="2350007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3089818" y="2701198"/>
            <a:ext cx="65714" cy="65714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3076139" y="3002987"/>
            <a:ext cx="93072" cy="9307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3064549" y="3306865"/>
            <a:ext cx="116252" cy="11625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3068764" y="3626548"/>
            <a:ext cx="107822" cy="10782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3081819" y="3955071"/>
            <a:ext cx="81713" cy="81713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054096" y="4242816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3089916" y="4594104"/>
            <a:ext cx="65519" cy="65519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3394076" y="2059052"/>
            <a:ext cx="88135" cy="88135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3407288" y="2387732"/>
            <a:ext cx="61711" cy="6171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3369563" y="2665475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3399929" y="3011309"/>
            <a:ext cx="76428" cy="76428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3393463" y="3320311"/>
            <a:ext cx="89360" cy="8936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3395359" y="3637675"/>
            <a:ext cx="85568" cy="85568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3404168" y="3961952"/>
            <a:ext cx="67950" cy="6795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3369563" y="4242816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3401793" y="4590513"/>
            <a:ext cx="72701" cy="7270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3703626" y="2053134"/>
            <a:ext cx="99970" cy="99970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3715485" y="2380461"/>
            <a:ext cx="76252" cy="7625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3685031" y="2665475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3685031" y="2980944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3722967" y="3334347"/>
            <a:ext cx="61288" cy="61288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3685031" y="3611879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3685031" y="3927347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3721823" y="4279607"/>
            <a:ext cx="63576" cy="63576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3710618" y="4583870"/>
            <a:ext cx="85986" cy="85986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4011023" y="2045063"/>
            <a:ext cx="116112" cy="11611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4021459" y="2370967"/>
            <a:ext cx="95240" cy="95240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4030308" y="2695284"/>
            <a:ext cx="77543" cy="77543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4036761" y="3017205"/>
            <a:ext cx="64636" cy="64636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4000499" y="3296411"/>
            <a:ext cx="137160" cy="137160"/>
          </a:xfrm>
          <a:prstGeom prst="ellipse">
            <a:avLst/>
          </a:prstGeom>
          <a:solidFill>
            <a:srgbClr val="FFE500"/>
          </a:solidFill>
          <a:ln w="6350">
            <a:solidFill>
              <a:srgbClr val="FFE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4039029" y="3650409"/>
            <a:ext cx="60101" cy="6010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4034402" y="3961250"/>
            <a:ext cx="69355" cy="69355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4026828" y="4269144"/>
            <a:ext cx="84502" cy="8450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4017229" y="4575013"/>
            <a:ext cx="103700" cy="103700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4316857" y="2035429"/>
            <a:ext cx="135380" cy="135380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4326008" y="2360048"/>
            <a:ext cx="117078" cy="117078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4333490" y="2682998"/>
            <a:ext cx="102114" cy="10211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4338735" y="3003711"/>
            <a:ext cx="91625" cy="91625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4341186" y="3321630"/>
            <a:ext cx="86722" cy="8672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4340525" y="3636437"/>
            <a:ext cx="88045" cy="88045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4336841" y="3948221"/>
            <a:ext cx="95412" cy="9541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4330584" y="4257432"/>
            <a:ext cx="107926" cy="107926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4322336" y="4564652"/>
            <a:ext cx="124423" cy="124423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4621584" y="2024688"/>
            <a:ext cx="156862" cy="15686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4629645" y="2348217"/>
            <a:ext cx="140740" cy="140740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4636071" y="2670111"/>
            <a:ext cx="127889" cy="127889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4640465" y="2989973"/>
            <a:ext cx="119101" cy="11910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4642482" y="3307458"/>
            <a:ext cx="115066" cy="115066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4641940" y="3622384"/>
            <a:ext cx="116150" cy="116150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4638890" y="3934802"/>
            <a:ext cx="122251" cy="12225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4633595" y="4244975"/>
            <a:ext cx="132841" cy="13284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4626434" y="4553282"/>
            <a:ext cx="147162" cy="14716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4925528" y="2013164"/>
            <a:ext cx="179911" cy="17991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4932684" y="2335788"/>
            <a:ext cx="165599" cy="165599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4938287" y="2656859"/>
            <a:ext cx="154392" cy="15439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4942058" y="2976098"/>
            <a:ext cx="146851" cy="14685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4943771" y="3293279"/>
            <a:ext cx="143424" cy="14342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4943312" y="3608288"/>
            <a:ext cx="144342" cy="144342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4940713" y="3921157"/>
            <a:ext cx="149541" cy="149541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4936140" y="4232052"/>
            <a:ext cx="158687" cy="158687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4929849" y="4541229"/>
            <a:ext cx="171269" cy="171269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5737860" y="1943100"/>
            <a:ext cx="182880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5669280" y="1874519"/>
            <a:ext cx="1828800" cy="9144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5669280" y="22311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NEGATIVE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795259" y="1943100"/>
            <a:ext cx="384048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7726679" y="1874519"/>
            <a:ext cx="3840480" cy="914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7955279" y="1874519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Inside the shape. The further in, the more negative.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737860" y="3063240"/>
            <a:ext cx="182880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5669280" y="2994660"/>
            <a:ext cx="1828800" cy="9144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5669280" y="33512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ZERO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795259" y="3063240"/>
            <a:ext cx="384048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7726679" y="2994660"/>
            <a:ext cx="3840480" cy="914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7955279" y="2994660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Exactly on the surface. This is the shape you will see.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737860" y="4183380"/>
            <a:ext cx="182880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5669280" y="4114800"/>
            <a:ext cx="1828800" cy="9144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5669280" y="44714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POSITIVE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795259" y="4183380"/>
            <a:ext cx="384048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7726679" y="4114800"/>
            <a:ext cx="3840480" cy="914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7955279" y="4114800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Outside the shape. The value is the distance to the surface.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2940" y="541782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594360" y="5349240"/>
            <a:ext cx="10972800" cy="6400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ourier New"/>
              </a:rPr>
              <a:t>sphere(p) = length(p − center) − radius     ·     THE SURFACE IS WHERE THE FIELD EQUALS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PRIMITIVES ARE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Each one takes a point and returns a signed distance. Position and size are inputs.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SPHERE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146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d = length(p − c) − 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3657600"/>
            <a:ext cx="301752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7947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Distance to the center, minus the radius. The simplest exact field.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3692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5146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q = abs(p − c) − half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d = distance past the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    nearest 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81144" y="3657600"/>
            <a:ext cx="301752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37947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Negative inside, zero on each face, positive outside.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4444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55864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PLANE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5146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000000"/>
                </a:solidFill>
                <a:latin typeface="Courier New"/>
              </a:rPr>
              <a:t>d = dot(p, n) − 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1896" y="3657600"/>
            <a:ext cx="301752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37947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One side is negative, the other positive. Useful to cut or to slice.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" y="53263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4360" y="525780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Start with two primitives you can name and move. Expose center and size as inputs, so every variant on the sheet is one number away.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THE P2 BOOLEANS, WRITTEN ON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Same operands, same order rules. The operation is now a comparison of two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2926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2926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UNION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Courier New"/>
              </a:rPr>
              <a:t>min(a,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42900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Keep the nearer surface. Inside either field counts as inside.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3692" y="1851660"/>
            <a:ext cx="3520440" cy="2926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5112" y="1783080"/>
            <a:ext cx="3520440" cy="2926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INTERSECTION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514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Courier New"/>
              </a:rPr>
              <a:t>max(a, 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2900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Keep the farther surface. Inside only where both are negative.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444" y="1851660"/>
            <a:ext cx="3520440" cy="2926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55864" y="1783080"/>
            <a:ext cx="3520440" cy="2926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DIFFERENCE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514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Courier New"/>
              </a:rPr>
              <a:t>max(a, −b)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42900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Flip b inside out, then intersect. a with b carved away.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05206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983480"/>
            <a:ext cx="10972800" cy="621792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498348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D9E1"/>
                </a:solidFill>
                <a:latin typeface="Arial"/>
              </a:rPr>
              <a:t>max(a, −b) IS NOT max(b, −a). NAME THE OPERANDS ON THE SHEET, AS YOU DID IN P2a.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806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6B6B6B"/>
                </a:solidFill>
                <a:latin typeface="Calibri"/>
              </a:rPr>
              <a:t>P4a asks for all three from the same source fields. Change nothing but the operation, so the comparison is fair.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SMOOTH BLEND, AND WHAT NOISE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Two ways to move past hard Booleans. Only one of them keeps the field an exact distance.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3492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3492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3492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SMOOTH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800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ourier New"/>
              </a:rPr>
              <a:t>d = smooth_min(a, b, k)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k = 0 gives the plain union. A larger k widens the fillet where the two shapes meet.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k is in model units. Write its value on the sheet.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0" y="1943100"/>
            <a:ext cx="53492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3492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3492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NOISE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800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ourier New"/>
              </a:rPr>
              <a:t>d = field(p) + amp × noise(p)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Noise changes the field, and the zero surface moves with it.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The values are no longer exact distances. Call the result an implicit field, not an SDF.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41782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34924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CHANGE ONE INFLUENCE AT A TIME: k, OR amp, OR NOISE SCALE — NEVER TWO IN THE SAME VARIANT.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RESOLUTION: DETAIL AGAINST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The field is continuous. You only ever see it at the points where you sample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COARSE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5603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68680" y="30175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68680" y="34747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68680" y="39319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325880" y="25603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325880" y="30175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325880" y="34747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325880" y="39319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783080" y="25603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783080" y="30175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783080" y="34747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783080" y="39319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2240280" y="25603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2240280" y="30175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2240280" y="34747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2240280" y="3931920"/>
            <a:ext cx="91440" cy="9144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514600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32 per axis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9260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000000"/>
                </a:solidFill>
                <a:latin typeface="Courier New"/>
              </a:rPr>
              <a:t>32,768 samples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35204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Fast. Thin parts vanish.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062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Diagram, not to count.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93692" y="1851660"/>
            <a:ext cx="352044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325112" y="1783080"/>
            <a:ext cx="352044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MEDIUM</a:t>
            </a:r>
          </a:p>
        </p:txBody>
      </p:sp>
      <p:sp>
        <p:nvSpPr>
          <p:cNvPr id="33" name="Oval 32"/>
          <p:cNvSpPr/>
          <p:nvPr/>
        </p:nvSpPr>
        <p:spPr>
          <a:xfrm>
            <a:off x="4608576" y="256946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4608576" y="284378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4608576" y="311810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4608576" y="339242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4608576" y="366674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4608576" y="3941063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4882896" y="256946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4882896" y="284378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4882896" y="311810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4882896" y="339242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4882896" y="366674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4882896" y="3941063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5157216" y="256946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5157216" y="284378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5157216" y="311810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5157216" y="339242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157216" y="366674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157216" y="3941063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5431536" y="256946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5431536" y="284378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5431536" y="311810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5431536" y="339242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5431536" y="366674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5431536" y="3941063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5705856" y="256946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5705856" y="284378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5705856" y="311810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5705856" y="339242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5705856" y="366674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705856" y="3941063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5980176" y="256946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5980176" y="284378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5980176" y="311810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5980176" y="339242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5980176" y="3666744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5980176" y="3941063"/>
            <a:ext cx="73152" cy="731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245352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64 per axis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5352" y="29260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000000"/>
                </a:solidFill>
                <a:latin typeface="Courier New"/>
              </a:rPr>
              <a:t>262,144 samples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45352" y="35204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Good for testing variants.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5152" y="42062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Diagram, not to count.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24444" y="1851660"/>
            <a:ext cx="352044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8055864" y="1783080"/>
            <a:ext cx="352044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FINE</a:t>
            </a:r>
          </a:p>
        </p:txBody>
      </p:sp>
      <p:sp>
        <p:nvSpPr>
          <p:cNvPr id="77" name="Oval 76"/>
          <p:cNvSpPr/>
          <p:nvPr/>
        </p:nvSpPr>
        <p:spPr>
          <a:xfrm>
            <a:off x="8353044" y="25831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8353044" y="27546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8353044" y="29260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8353044" y="30975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8353044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8353044" y="34404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8353044" y="36118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8353044" y="378332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8353044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8524494" y="25831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8524494" y="27546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8524494" y="29260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8524494" y="30975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8524494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8524494" y="34404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8524494" y="36118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8524494" y="378332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8524494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8695944" y="25831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8695944" y="27546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8695944" y="29260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8695944" y="30975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8695944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8695944" y="34404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8695944" y="36118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8695944" y="378332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8695944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8867394" y="25831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8867394" y="27546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8867394" y="29260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8867394" y="30975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8867394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8867394" y="34404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8867394" y="36118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8867394" y="378332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8867394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9038844" y="25831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9038844" y="27546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9038844" y="29260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9038844" y="30975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9038844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9038844" y="34404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9038844" y="36118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9038844" y="378332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9038844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9210294" y="25831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9210294" y="27546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9210294" y="29260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9210294" y="30975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9210294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9210294" y="34404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9210294" y="36118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9210294" y="378332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9210294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9381744" y="25831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9381744" y="27546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9381744" y="29260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9381744" y="30975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9381744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9381744" y="34404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9381744" y="36118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9381744" y="378332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9381744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9553194" y="25831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Oval 140"/>
          <p:cNvSpPr/>
          <p:nvPr/>
        </p:nvSpPr>
        <p:spPr>
          <a:xfrm>
            <a:off x="9553194" y="27546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9553194" y="29260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9553194" y="30975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Oval 143"/>
          <p:cNvSpPr/>
          <p:nvPr/>
        </p:nvSpPr>
        <p:spPr>
          <a:xfrm>
            <a:off x="9553194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9553194" y="34404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9553194" y="36118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9553194" y="378332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Oval 147"/>
          <p:cNvSpPr/>
          <p:nvPr/>
        </p:nvSpPr>
        <p:spPr>
          <a:xfrm>
            <a:off x="9553194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9724644" y="25831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9724644" y="27546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9724644" y="29260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9724644" y="30975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9724644" y="3268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Oval 153"/>
          <p:cNvSpPr/>
          <p:nvPr/>
        </p:nvSpPr>
        <p:spPr>
          <a:xfrm>
            <a:off x="9724644" y="344043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9724644" y="36118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Oval 155"/>
          <p:cNvSpPr/>
          <p:nvPr/>
        </p:nvSpPr>
        <p:spPr>
          <a:xfrm>
            <a:off x="9724644" y="378332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9724644" y="39547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9976104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128 per axis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976104" y="29260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000000"/>
                </a:solidFill>
                <a:latin typeface="Courier New"/>
              </a:rPr>
              <a:t>2,097,152 samples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976104" y="35204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Detail, but slow to change.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375904" y="42062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Diagram, not to count.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62940" y="537210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594360" y="5303520"/>
            <a:ext cx="10972800" cy="64008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777240" y="53035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C6F035"/>
                </a:solidFill>
                <a:latin typeface="Arial"/>
              </a:rPr>
              <a:t>DOUBLE THE RESOLUTION ON EACH AXIS AND THE SAMPLE COUNT GROWS EIGHT TIMES. WORK COARSE, FINISH FINE.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9436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P4a requires the sampling resolution stated on the sheet.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SURFACE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The mesh is the last step, not the design. Everything upstream is still a number per sample.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260604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01   DEFINE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446020"/>
            <a:ext cx="260604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377440"/>
            <a:ext cx="2606040" cy="12344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1488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Write the field: primitives, Booleans, blend.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186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83279" y="1828800"/>
            <a:ext cx="260604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83279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02   SAMPLE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1860" y="2446020"/>
            <a:ext cx="260604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83279" y="2377440"/>
            <a:ext cx="2606040" cy="12344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11879" y="2377440"/>
            <a:ext cx="21488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Evaluate it on a grid inside stated bounds.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078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1828800"/>
            <a:ext cx="260604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7220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03   EXTRACT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780" y="2446020"/>
            <a:ext cx="260604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72200" y="2377440"/>
            <a:ext cx="2606040" cy="12344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377440"/>
            <a:ext cx="21488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Build the surface where the value crosses the threshold.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970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61120" y="1828800"/>
            <a:ext cx="260604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96112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04   COMPARE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9700" y="2446020"/>
            <a:ext cx="2606040" cy="12344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61120" y="2377440"/>
            <a:ext cx="2606040" cy="12344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89720" y="2377440"/>
            <a:ext cx="21488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Extract at two resolutions. Keep both.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4000500"/>
            <a:ext cx="6766560" cy="1783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3931920"/>
            <a:ext cx="6766560" cy="1783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68680" y="4069080"/>
            <a:ext cx="6309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def field(p):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    return smooth_min(a(p), b(p), k)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grid    = sample(field, bounds, resolution)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surface = extract(grid, iso=0.0)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03819" y="4000500"/>
            <a:ext cx="3931920" cy="1783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635240" y="3931920"/>
            <a:ext cx="3931920" cy="1783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5240" y="3931920"/>
            <a:ext cx="393192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863840" y="393192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STATE ON THE SHEET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52628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Bounds · resolution · threshold (iso) · any smoothing after extraction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Keep the source fields live. The extracted mesh is what you will slice in Week 12.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P4a — TWO SHEETS, TWO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Two 17 × 11 inch sheets. One explains the field. The other argues for a volume.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349240" cy="2926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349240" cy="2926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3492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SHEET 1 — THE FIELD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7548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—  The source fields, named, with their inputs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—  A diagram of the field: inside, outside, zero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—  Union, intersection and difference from the same sources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—  The implicit function named: density, SDF or other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0" y="1851660"/>
            <a:ext cx="5349240" cy="2926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349240" cy="29260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3492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SHEET 2 — THE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47548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—  The chosen result, large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—  Three controlled variants, one parameter each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—  Sampling resolution and extraction settings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—  The volume selected for P4b, and its spatial intention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0977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02920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Sheet 2 ends with a decision. If you cannot say why this volume should be sliced, you are not done with P4a.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REMINDER — P4a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Visual quality 35% · computational understanding 25% · technical execution 20% · experimentation 10% · requirements and identity 10%.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941831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534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Use two 17 x 11 inch sheets to explain a volume built from signed distance fields (SDF) — the CSG logic from P2, applied to fields instead of meshes.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939796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871215"/>
            <a:ext cx="777240" cy="941831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241547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939796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871215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962656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Compare union, intersection and difference using the same source fields. Show the chosen result and three controlled parameter variants.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4027931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959351"/>
            <a:ext cx="777240" cy="941831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329683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4027931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959351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4050791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Diagram the field logic and identify density, signed distance or another implicit function. State sampling resolution and surface extraction settings.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116067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5047487"/>
            <a:ext cx="777240" cy="941831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5417819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499" y="5116067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645919" y="5047487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20240" y="5138927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Select one volume for P4b and explain the spatial intention. Submit the editable graph and retain the source fields.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6259067"/>
            <a:ext cx="10972800" cy="51206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6190487"/>
            <a:ext cx="10972800" cy="51206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6190487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CHECKPOINT · WEEK 11 — Nov 3 — Bring an SDF diagram, a union/intersection/difference comparison and a candidate volume for slicing.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CHECKPOINT AND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P3d is handed in today. Then the P4a checkpoint — items 1, 2 and 5 — then keep building.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An SDF diagram: inside, outside and the zero surface, for your own fields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Union, intersection and difference from the same two source fields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One smooth-min or noise variant, with the changed value written 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surface extracted at two resolutions, both kept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 candidate volume for slicing, with one sentence of intention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D9E1"/>
                </a:solidFill>
                <a:latin typeface="Arial"/>
              </a:rPr>
              <a:t>IF YOU CANNOT SAY WHICH SIDE IS NEGATIVE, START THERE.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Week 12 (target Nov 10) — Discretizing Geometry: section planes, direction, interval and order. Watch U09 before class.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SUBMIT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P4a is due next class. Due Week 12 — Nov 10   /   14%. Two sheets as PDF, plus the editable field graph with the source fields retained.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BOOK checkpoint, Week 12 — Nov 10: one booklet spread and your contents list, for an ungraded progress check.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CHOOSE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volume you will slice. Export or keep the extracted surface ready to cut with section planes next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