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11  /  NOV 3  /  U07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SDF VOLUME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STUDIO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P4 CONTINUES — ONE SHAPE, WRITTEN AS A FUNCTION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P4a CHECKPOINT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VOLUMETRIC DATA AND FIELDS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FIELD HAS A 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At every point the function returns one number: how far to the surface, and on which side.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475488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475488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3928" y="2012648"/>
            <a:ext cx="180942" cy="18094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31049" y="2335237"/>
            <a:ext cx="166700" cy="16670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836621" y="2656277"/>
            <a:ext cx="155557" cy="155557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40369" y="2975493"/>
            <a:ext cx="148061" cy="14806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42071" y="3292663"/>
            <a:ext cx="144657" cy="144657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41615" y="3607675"/>
            <a:ext cx="145569" cy="14556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39032" y="3920560"/>
            <a:ext cx="150735" cy="15073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4486" y="4231482"/>
            <a:ext cx="159826" cy="15982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28229" y="4540693"/>
            <a:ext cx="172341" cy="17234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50950" y="2024202"/>
            <a:ext cx="157835" cy="15783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158968" y="2347688"/>
            <a:ext cx="141799" cy="14179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165353" y="2669541"/>
            <a:ext cx="129029" cy="12902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169716" y="2989372"/>
            <a:ext cx="120303" cy="12030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171718" y="3306842"/>
            <a:ext cx="116298" cy="116298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171180" y="3621772"/>
            <a:ext cx="117374" cy="11737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168153" y="3934213"/>
            <a:ext cx="123429" cy="12342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162893" y="4244421"/>
            <a:ext cx="133948" cy="133948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55775" y="4552771"/>
            <a:ext cx="148185" cy="14818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477198" y="2034982"/>
            <a:ext cx="136274" cy="13627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486298" y="2359550"/>
            <a:ext cx="118074" cy="11807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493728" y="2682448"/>
            <a:ext cx="103214" cy="10321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498929" y="3003117"/>
            <a:ext cx="92812" cy="9281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501358" y="3321014"/>
            <a:ext cx="87954" cy="8795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500703" y="3635827"/>
            <a:ext cx="89264" cy="8926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497052" y="3947644"/>
            <a:ext cx="96566" cy="9656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490843" y="4256903"/>
            <a:ext cx="108984" cy="10898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482648" y="4564176"/>
            <a:ext cx="125375" cy="12537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802357" y="2044673"/>
            <a:ext cx="116893" cy="11689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812734" y="2370518"/>
            <a:ext cx="96139" cy="9613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821515" y="2694767"/>
            <a:ext cx="78576" cy="7857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827906" y="3016626"/>
            <a:ext cx="65794" cy="6579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792224" y="3296411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830148" y="3649804"/>
            <a:ext cx="61311" cy="6131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825571" y="3960695"/>
            <a:ext cx="70464" cy="7046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1818064" y="4268656"/>
            <a:ext cx="85478" cy="85478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1808530" y="4574590"/>
            <a:ext cx="104547" cy="104547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2125975" y="2052823"/>
            <a:ext cx="100592" cy="10059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2137772" y="2380088"/>
            <a:ext cx="76998" cy="76998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2107691" y="2665475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2107691" y="2980944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2146241" y="3334961"/>
            <a:ext cx="60061" cy="60061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107691" y="3611879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107691" y="3927347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144065" y="4279189"/>
            <a:ext cx="64413" cy="6441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132933" y="4583525"/>
            <a:ext cx="86676" cy="8667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2447468" y="2058848"/>
            <a:ext cx="88543" cy="8854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460628" y="2387476"/>
            <a:ext cx="62223" cy="6222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423159" y="2665475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2453993" y="3011777"/>
            <a:ext cx="75492" cy="7549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2447665" y="3320917"/>
            <a:ext cx="88148" cy="88148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2449513" y="3638233"/>
            <a:ext cx="84452" cy="8445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2458171" y="3962359"/>
            <a:ext cx="67136" cy="67136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2423159" y="4242816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2455157" y="4590281"/>
            <a:ext cx="73164" cy="7316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2766205" y="2062117"/>
            <a:ext cx="82004" cy="8200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2738627" y="2350007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774482" y="2701330"/>
            <a:ext cx="65450" cy="6545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2760894" y="3003210"/>
            <a:ext cx="92626" cy="92626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2749615" y="3307399"/>
            <a:ext cx="115185" cy="115185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2753652" y="3626904"/>
            <a:ext cx="107111" cy="107111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766524" y="3955244"/>
            <a:ext cx="81366" cy="81366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738627" y="4242816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2774365" y="4594021"/>
            <a:ext cx="65684" cy="6568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3081745" y="2062189"/>
            <a:ext cx="81861" cy="8186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3054096" y="2350007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3089818" y="2701198"/>
            <a:ext cx="65714" cy="6571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3076139" y="3002987"/>
            <a:ext cx="93072" cy="930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3064549" y="3306865"/>
            <a:ext cx="116252" cy="11625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3068764" y="3626548"/>
            <a:ext cx="107822" cy="10782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081819" y="3955071"/>
            <a:ext cx="81713" cy="81713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054096" y="4242816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3089916" y="4594104"/>
            <a:ext cx="65519" cy="6551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394076" y="2059052"/>
            <a:ext cx="88135" cy="8813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3407288" y="2387732"/>
            <a:ext cx="61711" cy="6171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3369563" y="2665475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3399929" y="3011309"/>
            <a:ext cx="76428" cy="76428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3393463" y="3320311"/>
            <a:ext cx="89360" cy="893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3395359" y="3637675"/>
            <a:ext cx="85568" cy="85568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3404168" y="3961952"/>
            <a:ext cx="67950" cy="6795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3369563" y="4242816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3401793" y="4590513"/>
            <a:ext cx="72701" cy="7270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3703626" y="2053134"/>
            <a:ext cx="99970" cy="9997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3715485" y="2380461"/>
            <a:ext cx="76252" cy="7625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3685031" y="2665475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3685031" y="2980944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3722967" y="3334347"/>
            <a:ext cx="61288" cy="61288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685031" y="3611879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3685031" y="3927347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3721823" y="4279607"/>
            <a:ext cx="63576" cy="6357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3710618" y="4583870"/>
            <a:ext cx="85986" cy="8598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4011023" y="2045063"/>
            <a:ext cx="116112" cy="11611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4021459" y="2370967"/>
            <a:ext cx="95240" cy="9524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4030308" y="2695284"/>
            <a:ext cx="77543" cy="7754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4036761" y="3017205"/>
            <a:ext cx="64636" cy="6463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4000499" y="3296411"/>
            <a:ext cx="137160" cy="137160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4039029" y="3650409"/>
            <a:ext cx="60101" cy="6010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4034402" y="3961250"/>
            <a:ext cx="69355" cy="6935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4026828" y="4269144"/>
            <a:ext cx="84502" cy="8450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4017229" y="4575013"/>
            <a:ext cx="103700" cy="10370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4316857" y="2035429"/>
            <a:ext cx="135380" cy="13538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4326008" y="2360048"/>
            <a:ext cx="117078" cy="117078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4333490" y="2682998"/>
            <a:ext cx="102114" cy="10211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4338735" y="3003711"/>
            <a:ext cx="91625" cy="9162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4341186" y="3321630"/>
            <a:ext cx="86722" cy="8672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4340525" y="3636437"/>
            <a:ext cx="88045" cy="88045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4336841" y="3948221"/>
            <a:ext cx="95412" cy="9541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330584" y="4257432"/>
            <a:ext cx="107926" cy="10792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4322336" y="4564652"/>
            <a:ext cx="124423" cy="124423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4621584" y="2024688"/>
            <a:ext cx="156862" cy="15686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4629645" y="2348217"/>
            <a:ext cx="140740" cy="14074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4636071" y="2670111"/>
            <a:ext cx="127889" cy="12788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4640465" y="2989973"/>
            <a:ext cx="119101" cy="11910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4642482" y="3307458"/>
            <a:ext cx="115066" cy="115066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4641940" y="3622384"/>
            <a:ext cx="116150" cy="11615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4638890" y="3934802"/>
            <a:ext cx="122251" cy="12225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4633595" y="4244975"/>
            <a:ext cx="132841" cy="13284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4626434" y="4553282"/>
            <a:ext cx="147162" cy="14716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4925528" y="2013164"/>
            <a:ext cx="179911" cy="17991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4932684" y="2335788"/>
            <a:ext cx="165599" cy="16559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4938287" y="2656859"/>
            <a:ext cx="154392" cy="15439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4942058" y="2976098"/>
            <a:ext cx="146851" cy="14685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4943771" y="3293279"/>
            <a:ext cx="143424" cy="143424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943312" y="3608288"/>
            <a:ext cx="144342" cy="144342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4940713" y="3921157"/>
            <a:ext cx="149541" cy="149541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4936140" y="4232052"/>
            <a:ext cx="158687" cy="158687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4929849" y="4541229"/>
            <a:ext cx="171269" cy="171269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5737860" y="1943100"/>
            <a:ext cx="182880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Rectangle 133"/>
          <p:cNvSpPr/>
          <p:nvPr/>
        </p:nvSpPr>
        <p:spPr>
          <a:xfrm>
            <a:off x="5669280" y="1874519"/>
            <a:ext cx="1828800" cy="9144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5669280" y="223113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NEGATIVE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795259" y="1943100"/>
            <a:ext cx="384048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7726679" y="1874519"/>
            <a:ext cx="384048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7955279" y="1874519"/>
            <a:ext cx="3429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Inside the shape. The further in, the more negative.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737860" y="3063240"/>
            <a:ext cx="182880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5669280" y="2994660"/>
            <a:ext cx="1828800" cy="9144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5669280" y="33512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ZERO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795259" y="3063240"/>
            <a:ext cx="384048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ectangle 142"/>
          <p:cNvSpPr/>
          <p:nvPr/>
        </p:nvSpPr>
        <p:spPr>
          <a:xfrm>
            <a:off x="7726679" y="2994660"/>
            <a:ext cx="384048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955279" y="2994660"/>
            <a:ext cx="3429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Exactly on the surface. This is the shape you will see.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737860" y="4183380"/>
            <a:ext cx="182880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Rectangle 145"/>
          <p:cNvSpPr/>
          <p:nvPr/>
        </p:nvSpPr>
        <p:spPr>
          <a:xfrm>
            <a:off x="5669280" y="4114800"/>
            <a:ext cx="1828800" cy="9144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5669280" y="44714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POSITIVE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95259" y="4183380"/>
            <a:ext cx="384048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ectangle 148"/>
          <p:cNvSpPr/>
          <p:nvPr/>
        </p:nvSpPr>
        <p:spPr>
          <a:xfrm>
            <a:off x="7726679" y="4114800"/>
            <a:ext cx="3840480" cy="914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7955279" y="4114800"/>
            <a:ext cx="3429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Outside the shape. The value is the distance to the surface.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ectangle 151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sphere(p) = length(p − center) − radius     ·     THE SURFACE IS WHERE THE FIELD EQUALS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PRIMITIVES ARE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takes a point and returns a signed distance. Position and size are inputs.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SPHERE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1460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d = length(p − c) − 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365760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9476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Distance to the center, minus the radius. The simplest exact field.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3692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251460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q = abs(p − c) − half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d = distance past the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    nearest 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81144" y="365760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379476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Negative inside, zero on each face, positive outside.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4444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55864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51460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d = dot(p, n) − 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11896" y="3657600"/>
            <a:ext cx="301752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1896" y="379476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One side is negative, the other positive. Useful to cut or to slice.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Start with two primitives you can name and move. Expose center and size as inputs, so every variant on the sheet is one number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P2 BOOLEANS, WRITTEN 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operands, same order rules. The operation is now a comparison of two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UNION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146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Courier New"/>
              </a:rPr>
              <a:t>min(a,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29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Keep the nearer surface. Inside either field counts as inside.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3692" y="1851660"/>
            <a:ext cx="35204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INTERSECTION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5146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Courier New"/>
              </a:rPr>
              <a:t>max(a, 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29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Keep the farther surface. Inside only where both are negative.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4444" y="1851660"/>
            <a:ext cx="35204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55864" y="1783080"/>
            <a:ext cx="35204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514600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Courier New"/>
              </a:rPr>
              <a:t>max(a, −b)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429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Flip b inside out, then intersect. a with b carved away.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05206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98348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498348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max(a, −b) IS NOT max(b, −a). NAME THE OPERANDS ON THE SHEET, AS YOU DID IN P2a.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806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6B6B6B"/>
                </a:solidFill>
                <a:latin typeface="Calibri"/>
              </a:rPr>
              <a:t>P4a asks for all three from the same source fields. Change nothing but the operation, so the comparison is fair.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SMOOTH BLEND, AND WHAT NOISE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Two ways to move past hard Booleans. Only one of them keeps the field an exact distance.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3492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3492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SMOOTH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4800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ourier New"/>
              </a:rPr>
              <a:t>d = smooth_min(a, b, k)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k = 0 gives the plain union. A larger k widens the fillet where the two shapes meet.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k is in model units. Write its value on the sheet.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1943100"/>
            <a:ext cx="53492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0" y="1874519"/>
            <a:ext cx="53492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800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ourier New"/>
              </a:rPr>
              <a:t>d = field(p) + amp × noise(p)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Noise changes the field, and the zero surface moves with it.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values are no longer exact distances. Call the result an implicit field, not an SDF.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CHANGE ONE INFLUENCE AT A TIME: k, OR amp, OR NOISE SCALE — NEVER TWO IN THE SAME VARIANT.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RESOLUTION: DETAIL AGAINST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field is continuous. You only ever see it at the points where you sample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COARSE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5603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68680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68680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39319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25880" y="25603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25880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325880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25880" y="39319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783080" y="25603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783080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783080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783080" y="39319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2240280" y="25603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240280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240280" y="34747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240280" y="39319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51460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32 per axis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2926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32,768 samples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3520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Fast. Thin parts vanish.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2062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Diagram, not to count.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93692" y="1851660"/>
            <a:ext cx="35204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325112" y="1783080"/>
            <a:ext cx="35204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MEDIUM</a:t>
            </a:r>
          </a:p>
        </p:txBody>
      </p:sp>
      <p:sp>
        <p:nvSpPr>
          <p:cNvPr id="33" name="Oval 32"/>
          <p:cNvSpPr/>
          <p:nvPr/>
        </p:nvSpPr>
        <p:spPr>
          <a:xfrm>
            <a:off x="4608576" y="256946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608576" y="284378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608576" y="311810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608576" y="339242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608576" y="366674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4608576" y="3941063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882896" y="256946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4882896" y="284378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882896" y="311810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4882896" y="339242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4882896" y="366674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882896" y="3941063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5157216" y="256946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157216" y="284378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5157216" y="311810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5157216" y="339242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5157216" y="366674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157216" y="3941063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431536" y="256946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5431536" y="284378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5431536" y="311810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5431536" y="339242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431536" y="366674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431536" y="3941063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5705856" y="256946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5705856" y="284378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5705856" y="311810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5705856" y="339242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705856" y="366674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705856" y="3941063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980176" y="256946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980176" y="284378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980176" y="311810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5980176" y="339242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5980176" y="3666744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5980176" y="3941063"/>
            <a:ext cx="73152" cy="7315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245352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64 per axis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5352" y="2926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262,144 samples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45352" y="3520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Good for testing variants.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45152" y="42062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Diagram, not to count.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24444" y="1851660"/>
            <a:ext cx="35204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8055864" y="1783080"/>
            <a:ext cx="35204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FINE</a:t>
            </a:r>
          </a:p>
        </p:txBody>
      </p:sp>
      <p:sp>
        <p:nvSpPr>
          <p:cNvPr id="77" name="Oval 76"/>
          <p:cNvSpPr/>
          <p:nvPr/>
        </p:nvSpPr>
        <p:spPr>
          <a:xfrm>
            <a:off x="835304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35304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835304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835304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835304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835304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835304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5304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835304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852449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852449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852449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852449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852449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852449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852449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852449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852449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869594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869594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869594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69594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69594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869594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869594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869594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869594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886739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886739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886739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886739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886739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886739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886739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886739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886739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03884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03884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03884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03884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03884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03884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03884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03884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03884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921029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921029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921029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21029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21029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21029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21029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21029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21029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38174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38174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38174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938174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938174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938174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938174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938174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938174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955319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955319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955319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955319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955319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955319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955319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55319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55319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724644" y="25831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724644" y="27546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724644" y="29260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9724644" y="30975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9724644" y="32689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9724644" y="344043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9724644" y="3611880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9724644" y="378332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9724644" y="3954779"/>
            <a:ext cx="45720" cy="457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9976104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128 per axis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76104" y="29260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000000"/>
                </a:solidFill>
                <a:latin typeface="Courier New"/>
              </a:rPr>
              <a:t>2,097,152 samples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976104" y="3520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alibri"/>
              </a:rPr>
              <a:t>Detail, but slow to change.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375904" y="420624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Diagram, not to count.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62940" y="537210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594360" y="530352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C6F035"/>
                </a:solidFill>
                <a:latin typeface="Arial"/>
              </a:rPr>
              <a:t>DOUBLE THE RESOLUTION ON EACH AXIS AND THE SAMPLE COUNT GROWS EIGHT TIMES. WORK COARSE, FINISH FINE.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P4a requires the sampling resolution stated on the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SURFACE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mesh is the last step, not the design. Everything upstream is still a number per sample.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DEFINE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Write the field: primitives, Booleans, blend.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SAMPLE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Evaluate it on a grid inside stated bounds.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EXTRACT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Build the surface where the value crosses the threshold.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COMPARE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Extract at two resolutions. Keep both.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000500"/>
            <a:ext cx="676656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3931920"/>
            <a:ext cx="676656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63093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def field(p):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    return smooth_min(a(p), b(p), k)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grid    = sample(field, bounds, resolution)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surface = extract(grid, iso=0.0)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03819" y="4000500"/>
            <a:ext cx="3931920" cy="1783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635240" y="3931920"/>
            <a:ext cx="3931920" cy="1783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5240" y="3931920"/>
            <a:ext cx="393192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863840" y="393192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STATE ON THE SHEET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4526280"/>
            <a:ext cx="3520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Bounds · resolution · threshold (iso) · any smoothing after extraction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Keep the source fields live. The extracted mesh is what you will slice in Week 12.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P4a — TWO SHEETS, TWO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Two 17 × 11 inch sheets. One explains the field. The other argues for a volume.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SHEET 1 — THE FIELD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7548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The source fields, named, with their inputs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A diagram of the field: inside, outside, zero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Union, intersection and difference from the same sources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The implicit function named: density, SDF or 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1851660"/>
            <a:ext cx="5349240" cy="2926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349240" cy="29260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SHEET 2 — THE VOLUME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560320"/>
            <a:ext cx="47548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The chosen result, large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Three controlled variants, one parameter each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Sampling resolution and extraction settings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—  The volume selected for P4b, and its spatial intention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0977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0292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Sheet 2 ends with a decision. If you cannot say why this volume should be sliced, you are not done with P4a.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REMINDER — P4a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41831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534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two 17 x 11 inch sheets to explain a volume built from signed distance fields (SDF) — the CSG logic from P2, applied to fields instead of meshes.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5"/>
            <a:ext cx="777240" cy="941831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4154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5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Compare union, intersection and difference using the same source fields. Show the chosen result and three controlled parameter variants.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27931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59351"/>
            <a:ext cx="777240" cy="941831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2968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27931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59351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50791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Diagram the field logic and identify density, signed distance or another implicit function. State sampling resolution and surface extraction settings.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116067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047487"/>
            <a:ext cx="777240" cy="941831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41781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116067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5047487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138927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Select one volume for P4b and explain the spatial intention. Submit the editable graph and retain the source fields.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6259067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6190487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6190487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11 — Nov 3 — Bring an SDF diagram, a union/intersection/difference comparison and a candidate volume for slicing.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CHECKPOINT AND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the checkpoint first — items 1, 2 and 5 — then keep building.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An SDF diagram: inside, outside and the zero surface, for your own fields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Union, intersection and difference from the same two source fields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smooth-min or noise variant, with the changed value written 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surface extracted at two resolutions, both kept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candidate volume for slicing, with one sentence of intention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IF YOU CANNOT SAY WHICH SIDE IS NEGATIVE, START THERE.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12 (target Nov 10) — Discretizing Geometry: section planes, direction, interval and order. Watch U09 before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SUBMIT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P4a is due next class. Due Week 12 — Nov 10   /   14%. Two sheets as PDF, plus the editable field graph with the source fields retained.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BOOK checkpoint, Week 12 — Nov 10: one booklet spread and your contents list, for an ungraded progress check.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CHOOSE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volume you will slice. Export or keep the extracted surface ready to cut with section planes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