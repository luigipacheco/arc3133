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CLASS 12  /  NOV 10  /  U09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DISCRETIZING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GEOMETRY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4549140"/>
            <a:ext cx="67665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4360" y="4480560"/>
            <a:ext cx="676656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95259" y="4549140"/>
            <a:ext cx="30175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P4 CONTINUES — FROM A CONTINUOUS VOLUME TO ORDERED PARTS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P4a 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P4b ISSUED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Three things change hands before we cut a single section.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3520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352044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002536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DUE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2537460"/>
            <a:ext cx="3520440" cy="2514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3520440" cy="2514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0392" y="2651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P4a — SDF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0632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DUE WEEK 12 — Nov 10   /   14%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52044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Two sheets as PDF, plus the editable field graph with the source fields retained.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3692" y="1943100"/>
            <a:ext cx="3520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25112" y="1874519"/>
            <a:ext cx="352044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25112" y="2002536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CHECKPOINT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3692" y="2537460"/>
            <a:ext cx="3520440" cy="2514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25112" y="2468880"/>
            <a:ext cx="3520440" cy="2514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81144" y="2651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BOOK — PROGRESS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0632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WEEK 12 — Nov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352044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Bring a booklet spread and contents list for an ungraded progress check. Ungraded.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4444" y="1943100"/>
            <a:ext cx="3520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055864" y="1874519"/>
            <a:ext cx="3520440" cy="4572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055864" y="2002536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ISSUED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4444" y="2537460"/>
            <a:ext cx="3520440" cy="2514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55864" y="2468880"/>
            <a:ext cx="3520440" cy="2514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11896" y="2651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P4b — SLICES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30632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DUE FINAL   /   14%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352044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Your P4a volume becomes laser-cut parts. Brief at the end of the class.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41782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349240"/>
            <a:ext cx="10972800" cy="64008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3492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THE VOLUME YOU SELECTED ON P4a SHEET 2 IS THE ONE YOU SLICE. DO NOT START A NEW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FOUR DECISIONS BEFORE ANY 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A slice set is not a setting. Each of these changes what the assembly says about the volume.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2011680" cy="749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2011680" cy="74980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PLANE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8940" y="1851660"/>
            <a:ext cx="4023360" cy="749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880360" y="1783080"/>
            <a:ext cx="4023360" cy="74980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108960" y="1783080"/>
            <a:ext cx="3611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What cuts the volume: a plane, repeated. The contour is where they meet.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784348"/>
            <a:ext cx="2011680" cy="749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715768"/>
            <a:ext cx="2011680" cy="74980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990087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DIRECTION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8940" y="2784348"/>
            <a:ext cx="4023360" cy="749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880360" y="2715768"/>
            <a:ext cx="4023360" cy="74980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108960" y="2715768"/>
            <a:ext cx="3611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Which way the planes face. It decides which profiles you see.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17035"/>
            <a:ext cx="2011680" cy="749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648456"/>
            <a:ext cx="2011680" cy="74980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9227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INTERVAL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8940" y="3717035"/>
            <a:ext cx="4023360" cy="749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2880360" y="3648456"/>
            <a:ext cx="4023360" cy="74980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108960" y="3648456"/>
            <a:ext cx="3611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The distance between planes. It sets the gaps, the light and the part count.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649724"/>
            <a:ext cx="2011680" cy="749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581144"/>
            <a:ext cx="2011680" cy="74980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85546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ORDER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8940" y="4649724"/>
            <a:ext cx="4023360" cy="749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80360" y="4581144"/>
            <a:ext cx="4023360" cy="74980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108960" y="4581144"/>
            <a:ext cx="3611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Which slice is first. The order becomes the labels and the assembly.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5219" y="1851660"/>
            <a:ext cx="4160520" cy="35478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406640" y="1783080"/>
            <a:ext cx="4160520" cy="35478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35240" y="1920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ONE VOLUME, 12 HORIZONTAL PLANES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4662" y="2421636"/>
            <a:ext cx="1055331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638630" y="2642616"/>
            <a:ext cx="1687395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427170" y="2863596"/>
            <a:ext cx="2110315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223149" y="3084576"/>
            <a:ext cx="2518357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017695" y="3305556"/>
            <a:ext cx="2929265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837643" y="3526536"/>
            <a:ext cx="3289368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723773" y="3747516"/>
            <a:ext cx="3517109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712864" y="3968496"/>
            <a:ext cx="3538926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824702" y="4189476"/>
            <a:ext cx="331525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058033" y="4410456"/>
            <a:ext cx="2848589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400931" y="4631436"/>
            <a:ext cx="2162793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884212" y="4852416"/>
            <a:ext cx="119623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35240" y="5029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6B6B6B"/>
                </a:solidFill>
                <a:latin typeface="Calibri"/>
              </a:rPr>
              <a:t>01 at the bottom · 12 at the top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" y="5692140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94360" y="5623560"/>
            <a:ext cx="10972800" cy="621792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77240" y="5623560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C6F035"/>
                </a:solidFill>
                <a:latin typeface="Arial"/>
              </a:rPr>
              <a:t>P4b asks for at least 12 ordered slices. Twelve is the floor, not the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COMPARE BEFORE YOU 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Same volume, three slice sets. P4b asks you to compare two directions or two intervals.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3520440" cy="33832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3520440" cy="33832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HORIZONTAL · WIDE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0105" y="2489454"/>
            <a:ext cx="908948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631297" y="2663190"/>
            <a:ext cx="1446564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436259" y="2836926"/>
            <a:ext cx="1836641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239639" y="3010662"/>
            <a:ext cx="2229881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060992" y="3184398"/>
            <a:ext cx="2587174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53145" y="3358134"/>
            <a:ext cx="2802868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65565" y="3531870"/>
            <a:ext cx="2778028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19416" y="3705606"/>
            <a:ext cx="2470327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405196" y="3879341"/>
            <a:ext cx="1898767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831778" y="4053078"/>
            <a:ext cx="1045603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50392" y="43434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Reads as a stack. Clear profile, open gaps.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93692" y="1851660"/>
            <a:ext cx="3520440" cy="33832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325112" y="1783080"/>
            <a:ext cx="3520440" cy="33832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25112" y="1783080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53712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VERTICAL · WIDE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3762" y="2972024"/>
            <a:ext cx="41148" cy="63963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200650" y="2782863"/>
            <a:ext cx="41148" cy="10179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47538" y="2645614"/>
            <a:ext cx="41148" cy="129245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694426" y="2507251"/>
            <a:ext cx="41148" cy="15691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941314" y="2381537"/>
            <a:ext cx="41148" cy="18206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88202" y="2305645"/>
            <a:ext cx="41148" cy="197238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435090" y="2314385"/>
            <a:ext cx="41148" cy="19549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681978" y="2422650"/>
            <a:ext cx="41148" cy="173837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928866" y="2623754"/>
            <a:ext cx="41148" cy="13361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175754" y="2923942"/>
            <a:ext cx="41148" cy="73579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581144" y="43434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Reads as fins. The silhouette changes with view.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4444" y="1851660"/>
            <a:ext cx="3520440" cy="33832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055864" y="1783080"/>
            <a:ext cx="3520440" cy="33832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055864" y="1783080"/>
            <a:ext cx="35204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84464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HORIZONTAL · TIGHT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84614" y="2452878"/>
            <a:ext cx="662939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9274537" y="2539746"/>
            <a:ext cx="108309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9146088" y="2626614"/>
            <a:ext cx="1339990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9042748" y="2713482"/>
            <a:ext cx="1546671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946093" y="2800350"/>
            <a:ext cx="1739980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848951" y="2887218"/>
            <a:ext cx="1934264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750258" y="2974086"/>
            <a:ext cx="2131650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8652993" y="3060954"/>
            <a:ext cx="2326181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562781" y="3147822"/>
            <a:ext cx="2506605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8486659" y="3234690"/>
            <a:ext cx="2658848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431917" y="3321558"/>
            <a:ext cx="276833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8405050" y="3408426"/>
            <a:ext cx="2822067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410922" y="3495294"/>
            <a:ext cx="2810323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8452230" y="3582162"/>
            <a:ext cx="2727707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8529360" y="3669030"/>
            <a:ext cx="2573447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8640734" y="3755898"/>
            <a:ext cx="2350699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783822" y="3842766"/>
            <a:ext cx="2064523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8957327" y="3929634"/>
            <a:ext cx="171751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9166786" y="4016502"/>
            <a:ext cx="1298595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9451690" y="4103370"/>
            <a:ext cx="728787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311896" y="43434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Nearly continuous. More parts, less light.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2940" y="5509260"/>
            <a:ext cx="128016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94360" y="5440680"/>
            <a:ext cx="1280160" cy="868680"/>
          </a:xfrm>
          <a:prstGeom prst="rect">
            <a:avLst/>
          </a:prstGeom>
          <a:solidFill>
            <a:srgbClr val="B4B4AC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94360" y="57744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LOST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25980" y="5509260"/>
            <a:ext cx="388620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2057400" y="5440680"/>
            <a:ext cx="3886200" cy="868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2286000" y="544068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Everything between the planes. Curvature becomes steps.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86500" y="5509260"/>
            <a:ext cx="128016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6217920" y="5440680"/>
            <a:ext cx="1280160" cy="8686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217920" y="57744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GAINED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49540" y="5509260"/>
            <a:ext cx="388620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7680960" y="5440680"/>
            <a:ext cx="3886200" cy="868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909560" y="544068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Gaps, light and a reading of the form. Parts a machine can cut.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SLICES ARE DESIGNED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In Week 3 a slicer made the layers for you. Here, every section is a part you decide 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534924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34924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349240" cy="502920"/>
          </a:xfrm>
          <a:prstGeom prst="rect">
            <a:avLst/>
          </a:prstGeom>
          <a:solidFill>
            <a:srgbClr val="B4B4AC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PRINTER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4800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Generated by the slicer, not by you.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Hundreds of them, fused into one object.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You never see one on its 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0" y="1943100"/>
            <a:ext cx="534924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534924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3492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SECTION PARTS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800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Chosen: direction, interval, order.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A countable set, each with a thickness, a label and a place in the assembly.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Every one is visible in the finished piece.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37210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303520"/>
            <a:ext cx="10972800" cy="6400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3035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DECIDE WHICH CURVES ARE PART BOUNDARIES BEFORE YOU ASSIGN THICKNESS OR SEND A MACHINE 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Steps 1 and 2 today. Steps 3 and 4 are next week's class.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777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777240" cy="9098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18313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499" y="1897380"/>
            <a:ext cx="9921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19" y="1828800"/>
            <a:ext cx="9921240" cy="9098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20240" y="1920240"/>
            <a:ext cx="9372600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Intersect the volume or its extracted boundary with a sequence of planes; order the resulting contour curves.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935224"/>
            <a:ext cx="777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866644"/>
            <a:ext cx="777240" cy="90982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22097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499" y="2935224"/>
            <a:ext cx="9921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645919" y="2866644"/>
            <a:ext cx="9921240" cy="9098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20240" y="2958084"/>
            <a:ext cx="9372600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Compare two section directions and intervals, including the relationship between gaps, light and the reading of the 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973068"/>
            <a:ext cx="777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904488"/>
            <a:ext cx="777240" cy="9098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425881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499" y="3973068"/>
            <a:ext cx="9921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45919" y="3904488"/>
            <a:ext cx="9921240" cy="9098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20240" y="3995928"/>
            <a:ext cx="9372600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Close and clean the intended profiles; turn them into parts with material thickness and a clear registration system.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5010912"/>
            <a:ext cx="777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942332"/>
            <a:ext cx="777240" cy="9098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529666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499" y="5010912"/>
            <a:ext cx="9921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645919" y="4942332"/>
            <a:ext cx="9921240" cy="9098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920240" y="5033772"/>
            <a:ext cx="9372600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Test fit and kerf, then number, nest and fabricate the parts and document the assembly.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SAME THING, WRITTEN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Slice in order, then prepare each part. The loop is the same one you wrote for arrays.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685800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685800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sections = []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860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for k in range(count):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60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    z = z0 + k * interval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3463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    sections.append(slice(volume, z))      # ordered, and order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10895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8327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for i, s in enumerate(sections):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65759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    s = offset(s, kerf / 2)                # the blade has width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93191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    label(s, 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20623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    nest(s, sheet)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3819" y="1897380"/>
            <a:ext cx="393192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635240" y="1828800"/>
            <a:ext cx="393192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635240" y="1828800"/>
            <a:ext cx="393192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0" y="182880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WHAT IT MAPS ONTO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514600"/>
            <a:ext cx="34747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section plane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contour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interval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discretization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thickness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registration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kerf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nesting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" y="5966460"/>
            <a:ext cx="10972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94360" y="5897880"/>
            <a:ext cx="1097280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THE FIRST LOOP IS TODAY. THE SECOND LOOP — KERF, LABEL, NEST — IS NEXT WEEK.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2940" y="635508"/>
            <a:ext cx="2194560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2194560" cy="38404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ISSUED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521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DF7"/>
                </a:solidFill>
                <a:latin typeface="Arial"/>
              </a:rPr>
              <a:t>P4b — DISCRETIZING AND LASER-CUT FABRICATION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10512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9384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E500"/>
                </a:solidFill>
                <a:latin typeface="Arial"/>
              </a:rPr>
              <a:t>DUE FINAL   /   14%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DF7"/>
                </a:solidFill>
                <a:latin typeface="Calibri"/>
              </a:rPr>
              <a:t>Take the volume you selected in P4a and translate it into at least twelve ordered sections. Compare two directions or intervals, give the slices a thickness and a registration system, then laser-cut and assemble them within one sheet of material.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3517391" cy="41148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COMPARE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4360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0392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TWO SLICE 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Two directions or two intervals, from the same volume.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0644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22064" y="3611880"/>
            <a:ext cx="3517391" cy="4114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22064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MAKE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0644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22064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8096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12+ PARTS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8096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Thickness, registration, labels, nesting. Within 300 mm.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8347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49767" y="3611880"/>
            <a:ext cx="3517391" cy="4114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9767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SHOW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8347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49767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05799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ONE PROCESS SHEET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799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Volume, sections, cutting layout, assembly, photographs.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REQUIREMENTS — P4b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77240" cy="724204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4459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14499" y="1851660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645919" y="1783080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920240" y="1874519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Use the selected P4a volume. Compare two section directions or intervals, then develop at least 12 ordered slices with material thickness and a registration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722168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653588"/>
            <a:ext cx="777240" cy="724204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2915107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4499" y="2722168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645919" y="2653588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920240" y="2745028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Fit the assembly within 300 mm on each axis and one confirmed material sheet. Test kerf and fit before the batch; label and nest every part.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592677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524097"/>
            <a:ext cx="777240" cy="724204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3785615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14499" y="3592677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645919" y="3524097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920240" y="3615537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Laser-cut and assemble the slices under FabLab procedures. Include test cuts and failed parts in the material allocation.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4463186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394606"/>
            <a:ext cx="777240" cy="72420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465612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14499" y="4463186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645919" y="4394606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920240" y="4486046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Present the assembly with one 17 x 11 inch process sheet showing the continuous volume, section sequence, cutting layout, assembly diagram and photographs.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" y="5333695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94360" y="5265115"/>
            <a:ext cx="777240" cy="724204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4360" y="5526633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14499" y="5333695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645919" y="5265115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920240" y="5356555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Submit the editable source, cutting file and documentation. Regenerate fabrication files after any geometry or material change.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" y="6259068"/>
            <a:ext cx="10972800" cy="51206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94360" y="6190488"/>
            <a:ext cx="10972800" cy="51206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4400" y="6190488"/>
            <a:ext cx="10332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Arial"/>
              </a:rPr>
              <a:t>CHECKPOINT · WEEK 13 — Nov 17 — Review section directions, thickness, registration, fit/kerf test and cutting layout before production.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128016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6B6B6B"/>
                </a:solidFill>
                <a:latin typeface="Calibri"/>
              </a:rPr>
              <a:t>Visual documentation 20% · computational understanding 20% · technical execution 15% · fabrication quality 30% · experimentation 5% · requirements and identity 10%.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F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NOW — CUT THE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alibri"/>
              </a:rPr>
              <a:t>Rest of the class: sections from your P4a volume, compared before anything is chosen.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2354580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9051" y="2354580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490472" y="2286000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64792" y="2286000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P4a submitted, and your booklet spread and contents list checked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3067812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9051" y="3067812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490472" y="2999232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764792" y="2999232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Your selected volume sectioned by a sequence of planes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81044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9051" y="3781044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490472" y="3712464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64792" y="3712464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contours ordered, with slice 01 identified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94276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425696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0857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9051" y="4494276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490472" y="4425696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64792" y="4425696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A second slice set: another direction or another interval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07508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138928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9051" y="5207508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490472" y="5138928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64792" y="5138928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two sets set side by side, with a sentence on what each one shows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6012180"/>
            <a:ext cx="8412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6F035"/>
                </a:solidFill>
                <a:latin typeface="Arial"/>
              </a:rPr>
              <a:t>IF THE TWO SETS LOOK THE SAME, CHANGE MORE.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BEFORE NEXT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1901952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Week 13 (target Nov 17) — Parts for the laser cutter: registration, kerf and fit, labels and nesting.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BRING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A candidate slice set: at least 12 ordered contours, with the direction and interval written down, and your comparison of two sets.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904487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77440" y="3904487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51760" y="4023359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P4b checkpoint, Week 13 — Nov 17 (target): Review section directions, thickness, registration, fit/kerf test and cutting layout before production.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FIND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51760" y="5084064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Your material: measure the sheet you plan to use and confirm its size and thickness with the FabLab before you design parts around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