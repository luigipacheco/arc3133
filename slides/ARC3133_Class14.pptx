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14  /  NOV 24  /  U10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FINAL</a:t>
            </a:r>
          </a:p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P4b AND BOOK — MAKE IT, PHOTOGRAPH IT, WRITE IT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A PRODUCTION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Lab time is shared and limited. Write the sequence down before you book the machine.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167640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01  CONFIRM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Sheet, thickness, fit and the cutting file.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2220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453640" y="1874519"/>
            <a:ext cx="167640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5364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02 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2220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45364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1823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Coupon and a few parts. Adjust. Regenerate.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1500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312920" y="1874519"/>
            <a:ext cx="167640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1292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03  CUT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1500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1292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7751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The batch, from the regenerated 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0780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172200" y="1874519"/>
            <a:ext cx="167640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7220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04  CHECK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0780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17220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33679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Count and inspect every part against the list.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0059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31480" y="1874519"/>
            <a:ext cx="167640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3148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05  ASSEMBLE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0059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3148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9607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In label order, dry first.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59340" y="1943100"/>
            <a:ext cx="167640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9890760" y="1874519"/>
            <a:ext cx="167640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890760" y="2002536"/>
            <a:ext cx="167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06  RECORD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59340" y="2537460"/>
            <a:ext cx="1676400" cy="1600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9890760" y="2468880"/>
            <a:ext cx="1676400" cy="16002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055352" y="2468880"/>
            <a:ext cx="1347215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Photograph each stage as it happens.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" y="4457700"/>
            <a:ext cx="164592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594360" y="4389120"/>
            <a:ext cx="164592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4360" y="47457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PLAN FOR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37460" y="4457700"/>
            <a:ext cx="909828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2468879" y="4389120"/>
            <a:ext cx="909828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743200" y="4389120"/>
            <a:ext cx="8549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Lab availability · the time a batch takes · a spare part or two · a retest if the fit changes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2940" y="569214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94360" y="562356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62356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TEST CUTS AND FAILED PARTS COUNT AGAINST YOUR ONE SHEET. KEEP BACKUP MATERIAL IN MIND.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TEST BEFORE THE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A small cut now is cheaper than a sheet of parts that do not fit.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828800" cy="71323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39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6060" y="1851660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697479" y="1783080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71800" y="1783080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Cut the coupon from the production sheet. Confirm the slot that holds.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747772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679191"/>
            <a:ext cx="1828800" cy="71323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9352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JOINT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060" y="2747772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697479" y="2679191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1800" y="2679191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Cut one registration joint: two slices and the spine, dowel or spacer.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643884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575303"/>
            <a:ext cx="1828800" cy="71323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3133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SMALLEST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6060" y="3643884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2697479" y="3575303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71800" y="3575303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Cut the smallest and thinnest part. If it breaks, change the profile.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539996"/>
            <a:ext cx="182880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71416"/>
            <a:ext cx="1828800" cy="71323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727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LABEL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6060" y="4539996"/>
            <a:ext cx="8869680" cy="7132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697479" y="4471416"/>
            <a:ext cx="8869680" cy="71323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971800" y="4471416"/>
            <a:ext cx="832104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Check the engraved numbers are legible and on the hidden face.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5092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FFE500"/>
                </a:solidFill>
                <a:latin typeface="Arial"/>
              </a:rPr>
              <a:t>ANY CHANGE AFTER A TEST — GEOMETRY OR MATERIAL — MEANS YOU REGENERATE THE CUTTING FILE.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Keep every test piece. They are evidence for the process sheet.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ASSEMBLY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order you sliced in is the order you build in. Draw it before you do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3492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BEFORE GLUE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Lay the parts out in label order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Dry-fit the whole assembly on its registration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Check the up and front marks on every part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—  Fix a problem part now, not after it is glued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6500" y="1943100"/>
            <a:ext cx="53492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3492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53492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892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ASSEMBLY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800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P4b asks for one on the process sheet.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Show the registration first, then the parts arriving in order. Number them as they are labeled.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Someone else should be able to build it from the diagram.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4178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349240"/>
            <a:ext cx="10972800" cy="6400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THE PARTS DO NOT GO TOGETHER IN LABEL ORDER, THE ORDER IS WRONG — NOT THE PARTS.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PHOTOGRAPHING PHYSICAL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booklet shows the object through photographs. Treat them as drawings, with your GSM.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6060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6060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6060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One soft main light from the side. The gaps between slices need shadow to read.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1860" y="1851660"/>
            <a:ext cx="26060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383279" y="1783080"/>
            <a:ext cx="26060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783080"/>
            <a:ext cx="26060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11879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46888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Plain, even and wider than the frame. Nothing else on the table.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780" y="1851660"/>
            <a:ext cx="26060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783080"/>
            <a:ext cx="26060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26060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One view with a hand or a ruler, so the size is never in doubt.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9700" y="1851660"/>
            <a:ext cx="2606040" cy="28346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8961120" y="1783080"/>
            <a:ext cx="2606040" cy="28346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61120" y="1783080"/>
            <a:ext cx="26060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8972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468880"/>
            <a:ext cx="2148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same angle at each stage: parts, test, half built, complete.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" y="49606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48920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D9E1"/>
                </a:solidFill>
                <a:latin typeface="Arial"/>
              </a:rPr>
              <a:t>PHOTOGRAPH THE CSG PRINT TOO. BOOK ASKS FOR PHOTOGRAPHS AND CAPTIONS OF BOTH PHYSICAL PIECES.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607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6B6B6B"/>
                </a:solidFill>
                <a:latin typeface="Calibri"/>
              </a:rPr>
              <a:t>Shoot more than you need, from the same position each time. Pick the set on the page, not on the camera.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DOCUMENT THE REVISIONS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The booklet rewards substantive revision. Show what changed, not only the final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26060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0025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537460"/>
            <a:ext cx="260604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260604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version that was reviewed: sheet, file or part.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94310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74519"/>
            <a:ext cx="26060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20025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1860" y="2537460"/>
            <a:ext cx="260604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79" y="2468880"/>
            <a:ext cx="260604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79" y="246888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What you changed, in one sentence, with the parameter or step named.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780" y="194310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874519"/>
            <a:ext cx="26060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20025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WHY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780" y="2537460"/>
            <a:ext cx="260604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2468880"/>
            <a:ext cx="260604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critique, test or failure that caused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94310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61120" y="1874519"/>
            <a:ext cx="26060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0" y="200253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AFTER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9700" y="2537460"/>
            <a:ext cx="2606040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61120" y="2468880"/>
            <a:ext cx="2606040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2468880"/>
            <a:ext cx="214884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The revised result, shown at the same scale and angle.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4320540"/>
            <a:ext cx="137160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4251960"/>
            <a:ext cx="137160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4608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KEEP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63140" y="4320540"/>
            <a:ext cx="9372600" cy="914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194560" y="4251960"/>
            <a:ext cx="9372600" cy="914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468879" y="4251960"/>
            <a:ext cx="88239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000000"/>
                </a:solidFill>
                <a:latin typeface="Calibri"/>
              </a:rPr>
              <a:t>Dated file versions · test pieces · review notes · failed parts, photographed before you throw them away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564642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57784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A REVISION YOU CANNOT SHOW IS A REVISION THE REVIEW CANNOT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FOUR PROJECTS, NINE ASSIGNMENTS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The booklet: 17 × 11 inch pages in your graphic standards. The GSM is a chapter, and it is also every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585466" cy="3429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585466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585466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282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P1  GSM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68880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GSM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50592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Graphic Standards Manual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91256"/>
            <a:ext cx="2219706" cy="0"/>
          </a:xfrm>
          <a:prstGeom prst="rect">
            <a:avLst/>
          </a:prstGeom>
          <a:noFill/>
          <a:ln w="1905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28416"/>
            <a:ext cx="221970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Applied to every page of the booklet, and also submitted as a separate revised PDF.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1851660"/>
            <a:ext cx="2585466" cy="3429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90138" y="1783080"/>
            <a:ext cx="2585466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390138" y="1783080"/>
            <a:ext cx="2585466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8738" y="1783080"/>
            <a:ext cx="21282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P2  CSG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73018" y="2468880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573018" y="25603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P2a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0258" y="2450592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CSG process and instructions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73018" y="3145536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573018" y="3236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P2b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0258" y="3127248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CSG 3D printed object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54496" y="1851660"/>
            <a:ext cx="2585466" cy="3429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185916" y="1783080"/>
            <a:ext cx="2585466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185916" y="1783080"/>
            <a:ext cx="2585466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14516" y="1783080"/>
            <a:ext cx="21282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P3  PANELING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8796" y="2468880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68796" y="25603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P3a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46036" y="2450592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Descriptive geometry module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68796" y="3145536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68796" y="3236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6036" y="3127248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Arrays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68796" y="3822192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68796" y="3913632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P3c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46036" y="3803904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Attractor: 2D field plotter drawing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8796" y="4498848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68796" y="459028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P3d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6036" y="4480560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Attractor: site analysis with Mixtli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50274" y="1851660"/>
            <a:ext cx="2585466" cy="34290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981694" y="1783080"/>
            <a:ext cx="2585466" cy="34290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981694" y="1783080"/>
            <a:ext cx="2585466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210294" y="1783080"/>
            <a:ext cx="2128266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P4  VOLUMETRIC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64574" y="2468880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64574" y="2560320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P4a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41814" y="2450592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SDF volume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64574" y="3145536"/>
            <a:ext cx="658368" cy="38404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64574" y="3236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</a:rPr>
              <a:t>P4b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1814" y="3127248"/>
            <a:ext cx="148818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>
                <a:solidFill>
                  <a:srgbClr val="000000"/>
                </a:solidFill>
                <a:latin typeface="Calibri"/>
              </a:rPr>
              <a:t>Discretizing and laser-cut fabrication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2940" y="555498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FOR EACH: THE REVISED SHEET · THE PROCESS · WHAT CHANGED AFTER CRITIQUE · PHOTOGRAPHS FOR P2b AND P4b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REMINDER —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Substantive revision 40% · documentation 35% · visual identity 25%.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41831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534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Compile all four projects and nine assignments in revised form, using 17 x 11 inch pages and your graphic standards.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39796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71215"/>
            <a:ext cx="777240" cy="941831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41547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39796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71215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62656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Include process diagrams, photographs and captions for the CSG print and laser-cut volume. Identify substantive revisions after critique.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27931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59351"/>
            <a:ext cx="777240" cy="941831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29683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27931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59351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50791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Submit the booklet PDF, a separate revised GSM PDF, editable project files and dependencies, and required fabrication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116067"/>
            <a:ext cx="777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047487"/>
            <a:ext cx="777240" cy="941831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5417819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14499" y="5116067"/>
            <a:ext cx="9921240" cy="941831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645919" y="5047487"/>
            <a:ext cx="9921240" cy="941831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20240" y="5138927"/>
            <a:ext cx="9372600" cy="7589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Present the laser-cut assembly and the CSG print or its review documentation as directed. The exact final review slot remains to be confirmed.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6259068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6190488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6190488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DUE AT THE FINAL REVIEW · DECEMBER 10–16, 2026; EXACT REVIEW SLOT TO BE CONFIRMED   /   11%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5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class: tests reviewed, production planned, booklet moving.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Your fit and joint tests on the table, with what you changed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cutting file regenerated after the last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A written production plan with your lab time booked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assembly diagram drafted in label order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booklet spread revised, with a before-and-after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E500"/>
                </a:solidFill>
                <a:latin typeface="Arial"/>
              </a:rPr>
              <a:t>TEST, REGENERATE, THEN CUT. IN THAT ORDER.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Week 15 (target Dec 1) — Assembly follow-through, documentation and file checks. Review week: nothing is due.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MAKE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Cut the batch and assemble within your lab allocation. Photograph each stage from the same position.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The assembly as far as it has got, your photographs, and the booklet with every project in place.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P4b checkpoint, Week 15 — Dec 1 (target): Review the assembled result, photographs and final booklet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