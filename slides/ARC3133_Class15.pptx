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F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CLASS 15  /  DEC 1  /  U10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DOCUMENTATION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AND BOOKLET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4549140"/>
            <a:ext cx="67665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4360" y="4480560"/>
            <a:ext cx="676656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95259" y="4549140"/>
            <a:ext cx="30175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P4b AND BOOK — FINISH, CHECK,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NOTHING 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REVIEW WEEK — NO GRADED SUBMISSIONS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REVIEW WEEK: NOTHING IS DUE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This week is reserved for studio reviews. Use the class to finish and check, not to submit.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3520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352044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002536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CHECKPOINT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2537460"/>
            <a:ext cx="3520440" cy="23774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3520440" cy="23774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0392" y="2651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P4b — THE ASSEMBLY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154680"/>
            <a:ext cx="30175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Review the assembled result, photographs and final booklet documentation.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3692" y="1943100"/>
            <a:ext cx="3520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874519"/>
            <a:ext cx="352044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25112" y="2002536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3692" y="2537460"/>
            <a:ext cx="3520440" cy="23774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25112" y="2468880"/>
            <a:ext cx="3520440" cy="23774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81144" y="2651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ASSEMBLY FOLLOW-THROUGH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154680"/>
            <a:ext cx="30175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Finish cutting and assembly within the lab time you have. Replace failed parts from the same sheet.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4444" y="1943100"/>
            <a:ext cx="3520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55864" y="1874519"/>
            <a:ext cx="3520440" cy="4572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55864" y="2002536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CHECK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4444" y="2537460"/>
            <a:ext cx="3520440" cy="23774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055864" y="2468880"/>
            <a:ext cx="3520440" cy="23774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11896" y="2651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BOOKLET AND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3154680"/>
            <a:ext cx="30175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Every project in place, every file packaged and opened from a clean folder.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" y="532638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94360" y="5257800"/>
            <a:ext cx="10972800" cy="64008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2578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NEXT AND LAST: THE FINAL REVIEW, DECEMBER 10–16, 2026; EXACT REVIEW SLOT TO BE CONFIRMED.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FINAL CHECKLIST —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Substantive revision 40% · documentation 35% · visual identity 25%.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777240" cy="941831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1534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499" y="1851660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19" y="1783080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Compile all four projects and nine assignments in revised form, using 17 x 11 inch pages and your graphic standards.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939796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871215"/>
            <a:ext cx="777240" cy="941831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241547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499" y="2939796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645919" y="2871215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20240" y="2962656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Include process diagrams, photographs and captions for the CSG print and laser-cut volume. Identify substantive revisions after critique.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4027931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959351"/>
            <a:ext cx="777240" cy="941831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4329683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499" y="4027931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45919" y="3959351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20240" y="4050791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Submit the booklet PDF, a separate revised GSM PDF, editable project files and dependencies, and required fabrication files.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5116067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5047487"/>
            <a:ext cx="777240" cy="941831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5417819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499" y="5116067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645919" y="5047487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920240" y="5138927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Present the laser-cut assembly and the CSG print or its review documentation as directed. The exact final review slot remains to be confirmed.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6259068"/>
            <a:ext cx="10972800" cy="51206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6190488"/>
            <a:ext cx="10972800" cy="51206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4400" y="6190488"/>
            <a:ext cx="10332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Arial"/>
              </a:rPr>
              <a:t>DUE AT THE FINAL REVIEW · DECEMBER 10–16, 2026; EXACT REVIEW SLOT TO BE CONFIRMED   /   11%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FINAL CHECKLIST — P4b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777240" cy="724204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4459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14499" y="1851660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645919" y="1783080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920240" y="1874519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Use the selected P4a volume. Compare two section directions or intervals, then develop at least 12 ordered slices with material thickness and a registration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722168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653588"/>
            <a:ext cx="777240" cy="724204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2915107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4499" y="2722168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645919" y="2653588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920240" y="2745028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Fit the assembly within 300 mm on each axis and one confirmed material sheet. Test kerf and fit before the batch; label and nest every part.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592677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524097"/>
            <a:ext cx="777240" cy="724204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3785615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14499" y="3592677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645919" y="3524097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920240" y="3615537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Laser-cut and assemble the slices under FabLab procedures. Include test cuts and failed parts in the material allocation.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4463186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394606"/>
            <a:ext cx="777240" cy="72420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465612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14499" y="4463186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645919" y="4394606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920240" y="4486046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Present the assembly with one 17 x 11 inch process sheet showing the continuous volume, section sequence, cutting layout, assembly diagram and photographs.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" y="5333695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94360" y="5265115"/>
            <a:ext cx="777240" cy="724204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4360" y="5526633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14499" y="5333695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645919" y="5265115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920240" y="5356555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Submit the editable source, cutting file and documentation. Regenerate fabrication files after any geometry or material change.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" y="6259068"/>
            <a:ext cx="10972800" cy="51206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94360" y="6190488"/>
            <a:ext cx="10972800" cy="51206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4400" y="6190488"/>
            <a:ext cx="10332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Arial"/>
              </a:rPr>
              <a:t>CHECKPOINT · WEEK 15 — Dec 1 — Review the assembled result, photographs and final booklet documentation.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128016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>
                <a:solidFill>
                  <a:srgbClr val="6B6B6B"/>
                </a:solidFill>
                <a:latin typeface="Calibri"/>
              </a:rPr>
              <a:t>Visual documentation 20% · computational understanding 20% · technical execution 15% · fabrication quality 30% · experimentation 5% · requirements and identity 10%.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CHECK EVERY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Read the booklet as a reviewer would: one project at a time, then as a single document.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349240" cy="33832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349240" cy="33832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3492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EACH ASSIGNMENT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4800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—  The revised result, large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—  A diagram of the procedure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—  The parameter values that matter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—  What changed after critique, and why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—  Captioned photographs, for P2b and P4b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0" y="1851660"/>
            <a:ext cx="5349240" cy="33832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349240" cy="33832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5349240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THE WHOLE BOOKLET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4800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—  One grid, one type system, your GSM colors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—  All four projects and nine assignments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—  A contents list that matches the pages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—  Page numbers and consistent captions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—  17 × 11 inch pages, exported to one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50926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440680"/>
            <a:ext cx="10972800" cy="64008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SUBSTANTIVE REVISION IS 40% OF THE BOOKLET GRADE. A REPRINTED SHEET IS NOT A REVISION.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PACKAGE THE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Three kinds of file. The review may open any of them, on a machine that is not yours.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3520440" cy="22402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3520440" cy="22402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EDITABLE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603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Every project file with its graph intact, plus its dependencies: textures, linked files, supplied groups and add-ons you used.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3692" y="1943100"/>
            <a:ext cx="3520440" cy="22402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25112" y="1874519"/>
            <a:ext cx="3520440" cy="22402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25112" y="1874519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53712" y="1874519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FABRICATION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5603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The files that made the physical work: the P2b print file, the P3c plot file and the final P4b cutting 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4444" y="1943100"/>
            <a:ext cx="3520440" cy="22402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55864" y="1874519"/>
            <a:ext cx="3520440" cy="22402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55864" y="1874519"/>
            <a:ext cx="3520440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84464" y="1874519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5603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The booklet PDF, and the revised GSM as a separate PDF.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" y="4457700"/>
            <a:ext cx="10972800" cy="11430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94360" y="4389120"/>
            <a:ext cx="10972800" cy="11430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4498848"/>
            <a:ext cx="69494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Courier New"/>
              </a:rPr>
              <a:t>NAME_ARC3133_FINAL/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   booklet.pdf   gsm.pdf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   source/   P2a  P2b  P3a  P3b  P3c  P3d  P4a  P4b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389120"/>
            <a:ext cx="36118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6B6B6B"/>
                </a:solidFill>
                <a:latin typeface="Calibri"/>
              </a:rPr>
              <a:t>An example structure only. Follow the naming and upload instructions posted on Canvas.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" y="587502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94360" y="5806440"/>
            <a:ext cx="10972800" cy="64008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FABRICATION FILES MUST MATCH THE OBJECT. IF YOU CHANGED THE PARTS, EXPORT THE FILE AGAIN.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THE CLEAN-FOLDER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Before you submit, pretend you are the reviewer. Do this for every editable file.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777240" cy="731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777240" cy="7315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04825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499" y="1851660"/>
            <a:ext cx="9921240" cy="731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19" y="1783080"/>
            <a:ext cx="9921240" cy="731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9372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Copy the package to a new folder, or another computer, and open each file from there.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766060"/>
            <a:ext cx="777240" cy="731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697480"/>
            <a:ext cx="777240" cy="7315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96265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499" y="2766060"/>
            <a:ext cx="9921240" cy="731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645919" y="2697480"/>
            <a:ext cx="9921240" cy="731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20240" y="2697480"/>
            <a:ext cx="9372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Check nothing is missing: textures, linked files, groups, fonts in the PDFs.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680460"/>
            <a:ext cx="777240" cy="731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611880"/>
            <a:ext cx="777240" cy="7315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7705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499" y="3680460"/>
            <a:ext cx="9921240" cy="731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45919" y="3611880"/>
            <a:ext cx="9921240" cy="731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20240" y="3611880"/>
            <a:ext cx="9372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Check the units and one known dimension against the physical object.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594860"/>
            <a:ext cx="777240" cy="731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526280"/>
            <a:ext cx="777240" cy="7315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79145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499" y="4594860"/>
            <a:ext cx="9921240" cy="731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645919" y="4526280"/>
            <a:ext cx="9921240" cy="731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920240" y="4526280"/>
            <a:ext cx="9372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Change an exposed input. Confirm it produces the alternatives your sheets claim.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55498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486400"/>
            <a:ext cx="10972800" cy="640080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C6F035"/>
                </a:solidFill>
                <a:latin typeface="Arial"/>
              </a:rPr>
              <a:t>IF IT ONLY OPENS ON YOUR LAPTOP, IT HAS NOT BEEN SUBMITTED.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FINAL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December 10–16, 2026. The exact slot is still to be confirmed; it will be announced in class and on Canvas.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182880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1828800" cy="71323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1305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PRESENT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6060" y="1943100"/>
            <a:ext cx="886968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697479" y="1874519"/>
            <a:ext cx="8869680" cy="71323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971800" y="1874519"/>
            <a:ext cx="83210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The laser-cut assembly, and the CSG print or its review documentation, as directed.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839212"/>
            <a:ext cx="182880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770632"/>
            <a:ext cx="1828800" cy="71323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02666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SHOW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6060" y="2839212"/>
            <a:ext cx="886968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697479" y="2770632"/>
            <a:ext cx="8869680" cy="71323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971800" y="2770632"/>
            <a:ext cx="83210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The booklet and the revised GSM, with your revisions easy to find.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35324"/>
            <a:ext cx="182880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666744"/>
            <a:ext cx="1828800" cy="71323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9227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EXPLAIN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6060" y="3735324"/>
            <a:ext cx="886968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2697479" y="3666744"/>
            <a:ext cx="8869680" cy="71323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971800" y="3666744"/>
            <a:ext cx="83210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Open an editable file. Change an input, predict the result, explain the nodes.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631436"/>
            <a:ext cx="182880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562856"/>
            <a:ext cx="1828800" cy="71323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8188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ANSWER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6060" y="4631436"/>
            <a:ext cx="886968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697479" y="4562856"/>
            <a:ext cx="8869680" cy="71323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971800" y="4562856"/>
            <a:ext cx="83210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What was lost and gained from volume to slices, and what you would change next.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64642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577840"/>
            <a:ext cx="10972800" cy="6400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THE REVIEW ASSESSES THE WORK AND YOUR UNDERSTANDING OF HOW IT WAS MADE.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NOW — FINISH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alibri"/>
              </a:rPr>
              <a:t>Rest of the class: the P4b checkpoint, then booklet and files.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2354580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9051" y="2354580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490472" y="2286000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64792" y="2286000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assembly on the table, complete or with a plan for what is left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3067812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9051" y="3067812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490472" y="2999232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764792" y="2999232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Photographs taken: light, background, scale and sequence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81044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9051" y="3781044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490472" y="3712464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64792" y="3712464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Every booklet spread checked against the BOOK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94276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425696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0857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9051" y="4494276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490472" y="4425696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64792" y="4425696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P4b process sheet with volume, sections, layout, assembly and photographs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07508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138928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9051" y="5207508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490472" y="5138928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64792" y="5138928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package opened from a clean folder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6012180"/>
            <a:ext cx="8412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4D8D"/>
                </a:solidFill>
                <a:latin typeface="Arial"/>
              </a:rPr>
              <a:t>NOTHING IS DUE TODAY. EVERYTHING IS DUE AT THE FINAL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BEFORE NEXT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WHEN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1901952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The final review: December 10–16, 2026; exact review slot to be confirmed. Watch Canvas for your slot.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FINISH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The assembly, its photographs and the P4b process sheet. Regenerate the cutting file if any part changed.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904487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SUBMIT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77440" y="3904487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51760" y="4023359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Booklet PDF, revised GSM PDF, editable files with dependencies, and fabrication files — as listed in the BOOK checklist.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BRING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51760" y="5084064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The laser-cut assembly and the CSG print or its documentation, as directed. Be ready to open a file and change an input.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