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15  /  DEC 1  /  U10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DOCUMENTATION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AND BOOKLET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P4b AND BOOK — FINISH, CHECK,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REVIEW WEEK — NO GRADED SUBMISSIONS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REVIEW WEEK: NOTHING IS DUE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This week is reserved for studio reviews. Use the class to finish and check, not to submit.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0253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CHECKPOINT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537460"/>
            <a:ext cx="3520440" cy="2377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468880"/>
            <a:ext cx="3520440" cy="2377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0392" y="2651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P4b — THE ASSEMBLY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54680"/>
            <a:ext cx="30175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Review the assembled result, photographs and final booklet documentation.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93692" y="194310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5112" y="1874519"/>
            <a:ext cx="35204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25112" y="200253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3692" y="2537460"/>
            <a:ext cx="3520440" cy="2377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325112" y="2468880"/>
            <a:ext cx="3520440" cy="2377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81144" y="2651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ASSEMBLY FOLLOW-THROUGH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3154680"/>
            <a:ext cx="30175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Finish cutting and assembly within the lab time you have. Replace failed parts from the same sheet.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4444" y="1943100"/>
            <a:ext cx="35204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55864" y="1874519"/>
            <a:ext cx="35204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55864" y="200253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CHECK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4444" y="2537460"/>
            <a:ext cx="3520440" cy="2377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8055864" y="2468880"/>
            <a:ext cx="3520440" cy="2377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11896" y="2651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BOOKLET AND FILES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154680"/>
            <a:ext cx="30175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project in place, every file packaged and opened from a clean folder.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NEXT AND LAST: THE FINAL REVIEW, DECEMBER 10–16, 2026; EXACT REVIEW SLOT TO BE CONFIRMED.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FINAL CHECKLIST — 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Substantive revision 40% · documentation 35% · visual identity 25%.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41831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534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Compile all four projects and nine assignments in revised form, using 17 x 11 inch pages and your graphic standards.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9796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71215"/>
            <a:ext cx="777240" cy="941831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4154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9796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71215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62656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Include process diagrams, photographs and captions for the CSG print and laser-cut volume. Identify substantive revisions after critique.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27931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59351"/>
            <a:ext cx="777240" cy="941831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2968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27931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59351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50791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booklet PDF, a separate revised GSM PDF, editable project files and dependencies, and required fabrication files.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116067"/>
            <a:ext cx="777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047487"/>
            <a:ext cx="777240" cy="941831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41781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116067"/>
            <a:ext cx="9921240" cy="941831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5047487"/>
            <a:ext cx="9921240" cy="941831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138927"/>
            <a:ext cx="9372600" cy="7589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the laser-cut assembly and the CSG print or its review documentation as directed. The exact final review slot remains to be confirmed.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DUE AT THE FINAL REVIEW · DECEMBER 10–16, 2026; EXACT REVIEW SLOT TO BE CONFIRMED   /   18%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FINAL CHECKLIST — P4b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Use the selected P4a volume. Compare two section directions or intervals, then develop at least 12 ordered slices with material thickness and a registration system.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Fit the assembly within 300 mm on each axis and one confirmed material sheet. Test kerf and fit before the batch; label and nest every part.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Laser-cut and assemble the slices under FabLab procedures. Include test cuts and failed parts in the material allocation.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the assembly with one 17 x 11 inch process sheet showing the continuous volume, section sequence, cutting layout, assembly diagram and photographs.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Submit the editable source, cutting file and documentation. Regenerate fabrication files after any geometry or material change.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" y="6259068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94360" y="6190488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14400" y="6190488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15 — Dec 1 — Review the assembled result, photographs and final booklet documentation.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1280160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6B6B6B"/>
                </a:solidFill>
                <a:latin typeface="Calibri"/>
              </a:rPr>
              <a:t>Visual documentation 20% · computational understanding 20% · technical execution 15% · fabrication quality 30% · experimentation 5% · requirements and identity 10%.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CHECK EVERY SPREAD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Read the booklet as a reviewer would: one project at a time, then as a single document.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349240" cy="3383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349240" cy="3383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3492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EACH ASSIGNMENT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480060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The revised result, large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A diagram of the procedure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The parameter values that matter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What changed after critique, and why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Captioned photographs, for P2b and P4b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6500" y="1851660"/>
            <a:ext cx="5349240" cy="3383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17920" y="1783080"/>
            <a:ext cx="5349240" cy="3383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217920" y="1783080"/>
            <a:ext cx="53492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BOOKLET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4800600" cy="2606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One grid, one type system, your GSM colors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All four projects and nine assignments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A contents list that matches the pages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Page numbers and consistent captions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400">
                <a:solidFill>
                  <a:srgbClr val="000000"/>
                </a:solidFill>
                <a:latin typeface="Calibri"/>
              </a:rPr>
              <a:t>—  17 × 11 inch pages, exported to one 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5092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44068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SUBSTANTIVE REVISION IS 40% OF THE BOOKLET GRADE. A REPRINTED SHEET IS NOT A REVISION.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PACKAGE THE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Three kinds of file. The review may open any of them, on a machine that is not yours.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3520440" cy="2240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EDITABLE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project file with its graph intact, plus its dependencies: textures, linked files, supplied groups and add-ons you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94310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874519"/>
            <a:ext cx="3520440" cy="2240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874519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FABRICATION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603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files that made the physical work: the P2b print file, the P3c SVG and the final P4b cutting file.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943100"/>
            <a:ext cx="3520440" cy="22402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874519"/>
            <a:ext cx="3520440" cy="22402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874519"/>
            <a:ext cx="3520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87451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5603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booklet PDF, and the revised GSM as a separate PDF.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4457700"/>
            <a:ext cx="10972800" cy="1143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4389120"/>
            <a:ext cx="10972800" cy="1143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4498848"/>
            <a:ext cx="694944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0000"/>
                </a:solidFill>
                <a:latin typeface="Courier New"/>
              </a:rPr>
              <a:t>NAME_ARC3133_FINAL/</a:t>
            </a:r>
          </a:p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booklet.pdf   gsm.pdf</a:t>
            </a:r>
          </a:p>
          <a:p>
            <a:pPr algn="l">
              <a:lnSpc>
                <a:spcPct val="120000"/>
              </a:lnSpc>
            </a:pPr>
            <a:r>
              <a:rPr sz="1200">
                <a:solidFill>
                  <a:srgbClr val="000000"/>
                </a:solidFill>
                <a:latin typeface="Courier New"/>
              </a:rPr>
              <a:t>   source/   P2a  P2b  P3a  P3b  P3c  P3d  P4a  P4b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389120"/>
            <a:ext cx="36118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B6B6B"/>
                </a:solidFill>
                <a:latin typeface="Calibri"/>
              </a:rPr>
              <a:t>An example structure only. Follow the naming and upload instructions posted on Canvas.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" y="58750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94360" y="580644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72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FABRICATION FILES MUST MATCH THE OBJECT. IF YOU CHANGED THE PARTS, EXPORT THE FILE AGAIN.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CLEAN-FOLDER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Before you submit, pretend you are the reviewer. Do this for every editable file.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315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82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31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78308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Copy the package to a new folder, or another computer, and open each file from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66060"/>
            <a:ext cx="777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97480"/>
            <a:ext cx="777240" cy="7315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626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66060"/>
            <a:ext cx="9921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97480"/>
            <a:ext cx="9921240" cy="731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69748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Check nothing is missing: textures, linked files, groups, fonts in the PDFs.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680460"/>
            <a:ext cx="777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611880"/>
            <a:ext cx="777240" cy="7315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77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680460"/>
            <a:ext cx="9921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611880"/>
            <a:ext cx="9921240" cy="731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188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Check the units and one known dimension against the physical object.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594860"/>
            <a:ext cx="777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526280"/>
            <a:ext cx="777240" cy="7315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7914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594860"/>
            <a:ext cx="9921240" cy="731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526280"/>
            <a:ext cx="9921240" cy="731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526280"/>
            <a:ext cx="93726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Change an exposed input. Confirm it produces the alternatives your sheets claim.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5549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48640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C6F035"/>
                </a:solidFill>
                <a:latin typeface="Arial"/>
              </a:rPr>
              <a:t>IF IT ONLY OPENS ON YOUR LAPTOP, IT HAS NOT BEEN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FINAL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December 10–16, 2026. The exact slot is still to be confirmed; it will be announced in class and on Canvas.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182880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1828800" cy="71323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305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PRESENT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6060" y="1943100"/>
            <a:ext cx="886968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697479" y="1874519"/>
            <a:ext cx="886968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971800" y="1874519"/>
            <a:ext cx="8321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The laser-cut assembly, and the CSG print or its review documentation, as directed.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839212"/>
            <a:ext cx="182880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770632"/>
            <a:ext cx="1828800" cy="71323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026663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SHOW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66060" y="2839212"/>
            <a:ext cx="886968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697479" y="2770632"/>
            <a:ext cx="886968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971800" y="2770632"/>
            <a:ext cx="8321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The booklet and the revised GSM, with your revisions easy to find.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35324"/>
            <a:ext cx="182880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666744"/>
            <a:ext cx="1828800" cy="71323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9227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EXPLAIN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6060" y="3735324"/>
            <a:ext cx="886968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697479" y="3666744"/>
            <a:ext cx="886968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71800" y="3666744"/>
            <a:ext cx="8321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Open an editable file. Change an input, predict the result, explain the nodes.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631436"/>
            <a:ext cx="182880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562856"/>
            <a:ext cx="1828800" cy="71323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8188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ANSWER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66060" y="4631436"/>
            <a:ext cx="886968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697479" y="4562856"/>
            <a:ext cx="886968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971800" y="4562856"/>
            <a:ext cx="83210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What was lost and gained from volume to slices, and what you would change next.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6464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REVIEW ASSESSES THE WORK AND YOUR UNDERSTANDING OF HOW IT WAS MADE.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FINISH AND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the P4b checkpoint, then booklet and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assembly on the table, complete or with a plan for what is left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Photographs taken: light, background, scale and sequence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Every booklet spread checked against the BOOK list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P4b process sheet with volume, sections, layout, assembly and photographs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package opened from a clean folder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4D8D"/>
                </a:solidFill>
                <a:latin typeface="Arial"/>
              </a:rPr>
              <a:t>NOTHING IS DUE TODAY. EVERYTHING IS DUE AT THE FINAL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WHEN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final review: December 10–16, 2026; exact review slot to be confirmed. Watch Canvas for your slot.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FINISH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assembly, its photographs and the P4b process sheet. Regenerate the cutting file if any part changed.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SUBMIT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Booklet PDF, revised GSM PDF, editable files with dependencies, and fabrication files — as listed in the BOOK checklist.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laser-cut assembly and the CSG print or its documentation, as directed. Be ready to open a file and change an input.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